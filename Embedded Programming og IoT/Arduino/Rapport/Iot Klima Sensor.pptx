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62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4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683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46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200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998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156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94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791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666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48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561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15083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926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09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227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466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476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30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68ACACB-DD9E-4155-84BF-8E4D43DEC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A7B0AF6-6256-4262-A76E-47B08EAB9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8034A3B1-2FBE-4771-84C6-797415E99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8BEC550-9D4A-1895-FEF4-BFAF1D4D5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29667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F3AEE19-128A-4FF8-954B-A9724F42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4" name="Round Diagonal Corner Rectangle 7">
              <a:extLst>
                <a:ext uri="{FF2B5EF4-FFF2-40B4-BE49-F238E27FC236}">
                  <a16:creationId xmlns:a16="http://schemas.microsoft.com/office/drawing/2014/main" id="{80F57FCB-2163-4EF8-B6A7-023F6B877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AB9C7F-4D09-4E13-BD9A-E5C14E37A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043B40A6-216C-4409-942A-16B4141973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6F5ED6F5-BEC7-4798-943B-12105A517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45C6ABB9-CB59-444A-9A14-96A037BC42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5F74DA3-506A-4911-BADD-B5DADFA9C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364BA096-7428-4C20-ABC8-CEBBC3E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25CA3B41-F8C1-48AF-B4B0-83A0E662A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A2E4BFFC-0D72-4691-AC6F-6D446092C8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7E81AA48-AA02-4008-9B21-B1BB050424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08B8F28E-CB03-4B11-8575-F1AB3A12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6F2B917E-B873-4E35-8D18-F116784B5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DA0EBFF7-C330-4AEE-806E-6A2D74542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2A66CF61-D72F-4E03-B74E-4BDD67D1CA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04DE5338-105A-4EB0-8FE2-D41DC2F984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C9A1C85F-5B5B-47FA-8C0C-66F75C2741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0" name="Freeform 35">
                <a:extLst>
                  <a:ext uri="{FF2B5EF4-FFF2-40B4-BE49-F238E27FC236}">
                    <a16:creationId xmlns:a16="http://schemas.microsoft.com/office/drawing/2014/main" id="{75F79533-DD24-4E6A-83A1-9E21DF565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Freeform 36">
                <a:extLst>
                  <a:ext uri="{FF2B5EF4-FFF2-40B4-BE49-F238E27FC236}">
                    <a16:creationId xmlns:a16="http://schemas.microsoft.com/office/drawing/2014/main" id="{376D6142-024F-4BD4-95B7-A6D05EF59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CD28FD54-698D-4BAD-92FC-289706745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id="{47EFA16F-61E8-404C-840D-A8AE44F51F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id="{09E4A29B-6AEB-4F87-9189-F506B278A7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id="{338E5AEE-F711-46EB-9890-E720C8B85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E5750D3-4AE5-9A5D-4892-9E4624241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da-DK" err="1"/>
              <a:t>Iot</a:t>
            </a:r>
            <a:r>
              <a:rPr lang="da-DK"/>
              <a:t> Klima Sensor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DABEA39-01F8-095E-FE63-493E74089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da-DK"/>
              <a:t>ZBC Ringsted – </a:t>
            </a:r>
            <a:r>
              <a:rPr lang="da-DK" err="1"/>
              <a:t>Datatekniker</a:t>
            </a:r>
            <a:r>
              <a:rPr lang="da-DK"/>
              <a:t> - Martin Sandgaard</a:t>
            </a:r>
          </a:p>
        </p:txBody>
      </p:sp>
    </p:spTree>
    <p:extLst>
      <p:ext uri="{BB962C8B-B14F-4D97-AF65-F5344CB8AC3E}">
        <p14:creationId xmlns:p14="http://schemas.microsoft.com/office/powerpoint/2010/main" val="169696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8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9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0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2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3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4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5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6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7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8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9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0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1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2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3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68ACACB-DD9E-4155-84BF-8E4D43DEC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6" name="Rectangle 95">
              <a:extLst>
                <a:ext uri="{FF2B5EF4-FFF2-40B4-BE49-F238E27FC236}">
                  <a16:creationId xmlns:a16="http://schemas.microsoft.com/office/drawing/2014/main" id="{8A7B0AF6-6256-4262-A76E-47B08EAB9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7" name="Picture 2">
              <a:extLst>
                <a:ext uri="{FF2B5EF4-FFF2-40B4-BE49-F238E27FC236}">
                  <a16:creationId xmlns:a16="http://schemas.microsoft.com/office/drawing/2014/main" id="{8034A3B1-2FBE-4771-84C6-797415E99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2" name="Picture 19" descr="En væg, der er malet med en pil og en målskiven">
            <a:extLst>
              <a:ext uri="{FF2B5EF4-FFF2-40B4-BE49-F238E27FC236}">
                <a16:creationId xmlns:a16="http://schemas.microsoft.com/office/drawing/2014/main" id="{9EC0CEDB-4528-BFB1-C520-06BEEF3236B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10154" b="11152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BF3AEE19-128A-4FF8-954B-A9724F42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00" name="Round Diagonal Corner Rectangle 7">
              <a:extLst>
                <a:ext uri="{FF2B5EF4-FFF2-40B4-BE49-F238E27FC236}">
                  <a16:creationId xmlns:a16="http://schemas.microsoft.com/office/drawing/2014/main" id="{80F57FCB-2163-4EF8-B6A7-023F6B877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77AB9C7F-4D09-4E13-BD9A-E5C14E37A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02" name="Freeform 32">
                <a:extLst>
                  <a:ext uri="{FF2B5EF4-FFF2-40B4-BE49-F238E27FC236}">
                    <a16:creationId xmlns:a16="http://schemas.microsoft.com/office/drawing/2014/main" id="{043B40A6-216C-4409-942A-16B4141973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3" name="Freeform 33">
                <a:extLst>
                  <a:ext uri="{FF2B5EF4-FFF2-40B4-BE49-F238E27FC236}">
                    <a16:creationId xmlns:a16="http://schemas.microsoft.com/office/drawing/2014/main" id="{6F5ED6F5-BEC7-4798-943B-12105A517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" name="Freeform 34">
                <a:extLst>
                  <a:ext uri="{FF2B5EF4-FFF2-40B4-BE49-F238E27FC236}">
                    <a16:creationId xmlns:a16="http://schemas.microsoft.com/office/drawing/2014/main" id="{45C6ABB9-CB59-444A-9A14-96A037BC42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5" name="Freeform 37">
                <a:extLst>
                  <a:ext uri="{FF2B5EF4-FFF2-40B4-BE49-F238E27FC236}">
                    <a16:creationId xmlns:a16="http://schemas.microsoft.com/office/drawing/2014/main" id="{C5F74DA3-506A-4911-BADD-B5DADFA9C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6" name="Freeform 35">
                <a:extLst>
                  <a:ext uri="{FF2B5EF4-FFF2-40B4-BE49-F238E27FC236}">
                    <a16:creationId xmlns:a16="http://schemas.microsoft.com/office/drawing/2014/main" id="{364BA096-7428-4C20-ABC8-CEBBC3E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7" name="Freeform 36">
                <a:extLst>
                  <a:ext uri="{FF2B5EF4-FFF2-40B4-BE49-F238E27FC236}">
                    <a16:creationId xmlns:a16="http://schemas.microsoft.com/office/drawing/2014/main" id="{25CA3B41-F8C1-48AF-B4B0-83A0E662A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8" name="Freeform 38">
                <a:extLst>
                  <a:ext uri="{FF2B5EF4-FFF2-40B4-BE49-F238E27FC236}">
                    <a16:creationId xmlns:a16="http://schemas.microsoft.com/office/drawing/2014/main" id="{A2E4BFFC-0D72-4691-AC6F-6D446092C8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9" name="Freeform 39">
                <a:extLst>
                  <a:ext uri="{FF2B5EF4-FFF2-40B4-BE49-F238E27FC236}">
                    <a16:creationId xmlns:a16="http://schemas.microsoft.com/office/drawing/2014/main" id="{7E81AA48-AA02-4008-9B21-B1BB050424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0" name="Freeform 40">
                <a:extLst>
                  <a:ext uri="{FF2B5EF4-FFF2-40B4-BE49-F238E27FC236}">
                    <a16:creationId xmlns:a16="http://schemas.microsoft.com/office/drawing/2014/main" id="{08B8F28E-CB03-4B11-8575-F1AB3A12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1" name="Rectangle 41">
                <a:extLst>
                  <a:ext uri="{FF2B5EF4-FFF2-40B4-BE49-F238E27FC236}">
                    <a16:creationId xmlns:a16="http://schemas.microsoft.com/office/drawing/2014/main" id="{6F2B917E-B873-4E35-8D18-F116784B5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2" name="Freeform 32">
                <a:extLst>
                  <a:ext uri="{FF2B5EF4-FFF2-40B4-BE49-F238E27FC236}">
                    <a16:creationId xmlns:a16="http://schemas.microsoft.com/office/drawing/2014/main" id="{DA0EBFF7-C330-4AEE-806E-6A2D74542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3" name="Freeform 33">
                <a:extLst>
                  <a:ext uri="{FF2B5EF4-FFF2-40B4-BE49-F238E27FC236}">
                    <a16:creationId xmlns:a16="http://schemas.microsoft.com/office/drawing/2014/main" id="{2A66CF61-D72F-4E03-B74E-4BDD67D1CA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4" name="Freeform 34">
                <a:extLst>
                  <a:ext uri="{FF2B5EF4-FFF2-40B4-BE49-F238E27FC236}">
                    <a16:creationId xmlns:a16="http://schemas.microsoft.com/office/drawing/2014/main" id="{04DE5338-105A-4EB0-8FE2-D41DC2F984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5" name="Freeform 37">
                <a:extLst>
                  <a:ext uri="{FF2B5EF4-FFF2-40B4-BE49-F238E27FC236}">
                    <a16:creationId xmlns:a16="http://schemas.microsoft.com/office/drawing/2014/main" id="{C9A1C85F-5B5B-47FA-8C0C-66F75C2741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6" name="Freeform 35">
                <a:extLst>
                  <a:ext uri="{FF2B5EF4-FFF2-40B4-BE49-F238E27FC236}">
                    <a16:creationId xmlns:a16="http://schemas.microsoft.com/office/drawing/2014/main" id="{75F79533-DD24-4E6A-83A1-9E21DF565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7" name="Freeform 36">
                <a:extLst>
                  <a:ext uri="{FF2B5EF4-FFF2-40B4-BE49-F238E27FC236}">
                    <a16:creationId xmlns:a16="http://schemas.microsoft.com/office/drawing/2014/main" id="{376D6142-024F-4BD4-95B7-A6D05EF59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8" name="Freeform 38">
                <a:extLst>
                  <a:ext uri="{FF2B5EF4-FFF2-40B4-BE49-F238E27FC236}">
                    <a16:creationId xmlns:a16="http://schemas.microsoft.com/office/drawing/2014/main" id="{CD28FD54-698D-4BAD-92FC-289706745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9" name="Freeform 39">
                <a:extLst>
                  <a:ext uri="{FF2B5EF4-FFF2-40B4-BE49-F238E27FC236}">
                    <a16:creationId xmlns:a16="http://schemas.microsoft.com/office/drawing/2014/main" id="{47EFA16F-61E8-404C-840D-A8AE44F51F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0" name="Freeform 40">
                <a:extLst>
                  <a:ext uri="{FF2B5EF4-FFF2-40B4-BE49-F238E27FC236}">
                    <a16:creationId xmlns:a16="http://schemas.microsoft.com/office/drawing/2014/main" id="{09E4A29B-6AEB-4F87-9189-F506B278A7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1" name="Rectangle 41">
                <a:extLst>
                  <a:ext uri="{FF2B5EF4-FFF2-40B4-BE49-F238E27FC236}">
                    <a16:creationId xmlns:a16="http://schemas.microsoft.com/office/drawing/2014/main" id="{338E5AEE-F711-46EB-9890-E720C8B85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90A8CC6-AAB2-B90E-CDBC-2C2E418C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Projektets mål</a:t>
            </a:r>
          </a:p>
        </p:txBody>
      </p:sp>
    </p:spTree>
    <p:extLst>
      <p:ext uri="{BB962C8B-B14F-4D97-AF65-F5344CB8AC3E}">
        <p14:creationId xmlns:p14="http://schemas.microsoft.com/office/powerpoint/2010/main" val="44316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16965-EFF5-AD1D-B092-E5D98605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 kunne fremstille et </a:t>
            </a:r>
            <a:r>
              <a:rPr lang="da-DK" dirty="0" err="1"/>
              <a:t>iot</a:t>
            </a:r>
            <a:r>
              <a:rPr lang="da-DK" dirty="0"/>
              <a:t> </a:t>
            </a:r>
            <a:r>
              <a:rPr lang="da-DK" dirty="0" err="1"/>
              <a:t>device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3376EC-C8E6-BD11-33A5-93142AFD91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Design af sensor hub</a:t>
            </a:r>
          </a:p>
          <a:p>
            <a:pPr lvl="1"/>
            <a:r>
              <a:rPr lang="da-DK" dirty="0"/>
              <a:t>Hvilke sensorer var til rådighed</a:t>
            </a:r>
          </a:p>
          <a:p>
            <a:pPr lvl="1"/>
            <a:r>
              <a:rPr lang="da-DK" dirty="0"/>
              <a:t>Hvilke var relevante</a:t>
            </a:r>
          </a:p>
          <a:p>
            <a:r>
              <a:rPr lang="da-DK" dirty="0"/>
              <a:t>Sensor konfiguration</a:t>
            </a:r>
          </a:p>
          <a:p>
            <a:pPr lvl="1"/>
            <a:r>
              <a:rPr lang="da-DK" dirty="0"/>
              <a:t>Hvad kunne lade sig gøre</a:t>
            </a:r>
          </a:p>
          <a:p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E74262E-197C-3325-B59D-2957F0DC91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a-DK" dirty="0"/>
              <a:t>Data overførsel</a:t>
            </a:r>
          </a:p>
          <a:p>
            <a:pPr lvl="1"/>
            <a:r>
              <a:rPr lang="da-DK" dirty="0"/>
              <a:t>Hvordan kunne jeg gøre det</a:t>
            </a:r>
          </a:p>
          <a:p>
            <a:r>
              <a:rPr lang="da-DK" dirty="0"/>
              <a:t>Data præsentation</a:t>
            </a:r>
          </a:p>
          <a:p>
            <a:pPr lvl="1"/>
            <a:r>
              <a:rPr lang="da-DK" dirty="0"/>
              <a:t>Hvordan kunne data gøres brugbar</a:t>
            </a:r>
          </a:p>
        </p:txBody>
      </p:sp>
    </p:spTree>
    <p:extLst>
      <p:ext uri="{BB962C8B-B14F-4D97-AF65-F5344CB8AC3E}">
        <p14:creationId xmlns:p14="http://schemas.microsoft.com/office/powerpoint/2010/main" val="145261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68ACACB-DD9E-4155-84BF-8E4D43DEC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9" name="Rectangle 68">
              <a:extLst>
                <a:ext uri="{FF2B5EF4-FFF2-40B4-BE49-F238E27FC236}">
                  <a16:creationId xmlns:a16="http://schemas.microsoft.com/office/drawing/2014/main" id="{8A7B0AF6-6256-4262-A76E-47B08EAB9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8034A3B1-2FBE-4771-84C6-797415E99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Elektronisk kredsløbskort">
            <a:extLst>
              <a:ext uri="{FF2B5EF4-FFF2-40B4-BE49-F238E27FC236}">
                <a16:creationId xmlns:a16="http://schemas.microsoft.com/office/drawing/2014/main" id="{B8A0CB88-CF66-378B-C614-C8196DA1BB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15705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BF3AEE19-128A-4FF8-954B-A9724F42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73" name="Round Diagonal Corner Rectangle 7">
              <a:extLst>
                <a:ext uri="{FF2B5EF4-FFF2-40B4-BE49-F238E27FC236}">
                  <a16:creationId xmlns:a16="http://schemas.microsoft.com/office/drawing/2014/main" id="{80F57FCB-2163-4EF8-B6A7-023F6B877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7AB9C7F-4D09-4E13-BD9A-E5C14E37A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043B40A6-216C-4409-942A-16B4141973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6F5ED6F5-BEC7-4798-943B-12105A517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45C6ABB9-CB59-444A-9A14-96A037BC42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8" name="Freeform 37">
                <a:extLst>
                  <a:ext uri="{FF2B5EF4-FFF2-40B4-BE49-F238E27FC236}">
                    <a16:creationId xmlns:a16="http://schemas.microsoft.com/office/drawing/2014/main" id="{C5F74DA3-506A-4911-BADD-B5DADFA9C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9" name="Freeform 35">
                <a:extLst>
                  <a:ext uri="{FF2B5EF4-FFF2-40B4-BE49-F238E27FC236}">
                    <a16:creationId xmlns:a16="http://schemas.microsoft.com/office/drawing/2014/main" id="{364BA096-7428-4C20-ABC8-CEBBC3E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0" name="Freeform 36">
                <a:extLst>
                  <a:ext uri="{FF2B5EF4-FFF2-40B4-BE49-F238E27FC236}">
                    <a16:creationId xmlns:a16="http://schemas.microsoft.com/office/drawing/2014/main" id="{25CA3B41-F8C1-48AF-B4B0-83A0E662A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1" name="Freeform 38">
                <a:extLst>
                  <a:ext uri="{FF2B5EF4-FFF2-40B4-BE49-F238E27FC236}">
                    <a16:creationId xmlns:a16="http://schemas.microsoft.com/office/drawing/2014/main" id="{A2E4BFFC-0D72-4691-AC6F-6D446092C8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2" name="Freeform 39">
                <a:extLst>
                  <a:ext uri="{FF2B5EF4-FFF2-40B4-BE49-F238E27FC236}">
                    <a16:creationId xmlns:a16="http://schemas.microsoft.com/office/drawing/2014/main" id="{7E81AA48-AA02-4008-9B21-B1BB050424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3" name="Freeform 40">
                <a:extLst>
                  <a:ext uri="{FF2B5EF4-FFF2-40B4-BE49-F238E27FC236}">
                    <a16:creationId xmlns:a16="http://schemas.microsoft.com/office/drawing/2014/main" id="{08B8F28E-CB03-4B11-8575-F1AB3A12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6F2B917E-B873-4E35-8D18-F116784B5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5" name="Freeform 32">
                <a:extLst>
                  <a:ext uri="{FF2B5EF4-FFF2-40B4-BE49-F238E27FC236}">
                    <a16:creationId xmlns:a16="http://schemas.microsoft.com/office/drawing/2014/main" id="{DA0EBFF7-C330-4AEE-806E-6A2D74542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6" name="Freeform 33">
                <a:extLst>
                  <a:ext uri="{FF2B5EF4-FFF2-40B4-BE49-F238E27FC236}">
                    <a16:creationId xmlns:a16="http://schemas.microsoft.com/office/drawing/2014/main" id="{2A66CF61-D72F-4E03-B74E-4BDD67D1CA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7" name="Freeform 34">
                <a:extLst>
                  <a:ext uri="{FF2B5EF4-FFF2-40B4-BE49-F238E27FC236}">
                    <a16:creationId xmlns:a16="http://schemas.microsoft.com/office/drawing/2014/main" id="{04DE5338-105A-4EB0-8FE2-D41DC2F984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8" name="Freeform 37">
                <a:extLst>
                  <a:ext uri="{FF2B5EF4-FFF2-40B4-BE49-F238E27FC236}">
                    <a16:creationId xmlns:a16="http://schemas.microsoft.com/office/drawing/2014/main" id="{C9A1C85F-5B5B-47FA-8C0C-66F75C2741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9" name="Freeform 35">
                <a:extLst>
                  <a:ext uri="{FF2B5EF4-FFF2-40B4-BE49-F238E27FC236}">
                    <a16:creationId xmlns:a16="http://schemas.microsoft.com/office/drawing/2014/main" id="{75F79533-DD24-4E6A-83A1-9E21DF565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0" name="Freeform 36">
                <a:extLst>
                  <a:ext uri="{FF2B5EF4-FFF2-40B4-BE49-F238E27FC236}">
                    <a16:creationId xmlns:a16="http://schemas.microsoft.com/office/drawing/2014/main" id="{376D6142-024F-4BD4-95B7-A6D05EF59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1" name="Freeform 38">
                <a:extLst>
                  <a:ext uri="{FF2B5EF4-FFF2-40B4-BE49-F238E27FC236}">
                    <a16:creationId xmlns:a16="http://schemas.microsoft.com/office/drawing/2014/main" id="{CD28FD54-698D-4BAD-92FC-289706745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2" name="Freeform 39">
                <a:extLst>
                  <a:ext uri="{FF2B5EF4-FFF2-40B4-BE49-F238E27FC236}">
                    <a16:creationId xmlns:a16="http://schemas.microsoft.com/office/drawing/2014/main" id="{47EFA16F-61E8-404C-840D-A8AE44F51F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3" name="Freeform 40">
                <a:extLst>
                  <a:ext uri="{FF2B5EF4-FFF2-40B4-BE49-F238E27FC236}">
                    <a16:creationId xmlns:a16="http://schemas.microsoft.com/office/drawing/2014/main" id="{09E4A29B-6AEB-4F87-9189-F506B278A7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4" name="Rectangle 41">
                <a:extLst>
                  <a:ext uri="{FF2B5EF4-FFF2-40B4-BE49-F238E27FC236}">
                    <a16:creationId xmlns:a16="http://schemas.microsoft.com/office/drawing/2014/main" id="{338E5AEE-F711-46EB-9890-E720C8B85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C6BE568-6ECF-BA6D-D138-2BB3D758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Design af sensor hub</a:t>
            </a:r>
          </a:p>
        </p:txBody>
      </p:sp>
    </p:spTree>
    <p:extLst>
      <p:ext uri="{BB962C8B-B14F-4D97-AF65-F5344CB8AC3E}">
        <p14:creationId xmlns:p14="http://schemas.microsoft.com/office/powerpoint/2010/main" val="299638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81D4-19FD-3983-DFBC-9187C13C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617" y="198782"/>
            <a:ext cx="3209717" cy="1557130"/>
          </a:xfrm>
        </p:spPr>
        <p:txBody>
          <a:bodyPr>
            <a:normAutofit/>
          </a:bodyPr>
          <a:lstStyle/>
          <a:p>
            <a:r>
              <a:rPr lang="da-DK" dirty="0"/>
              <a:t>Valgte sensorer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AFB82C9D-9959-CD31-50A9-DDCD199D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569221"/>
              </p:ext>
            </p:extLst>
          </p:nvPr>
        </p:nvGraphicFramePr>
        <p:xfrm>
          <a:off x="1828800" y="1890805"/>
          <a:ext cx="9170505" cy="426583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056835">
                  <a:extLst>
                    <a:ext uri="{9D8B030D-6E8A-4147-A177-3AD203B41FA5}">
                      <a16:colId xmlns:a16="http://schemas.microsoft.com/office/drawing/2014/main" val="2758916803"/>
                    </a:ext>
                  </a:extLst>
                </a:gridCol>
                <a:gridCol w="3056835">
                  <a:extLst>
                    <a:ext uri="{9D8B030D-6E8A-4147-A177-3AD203B41FA5}">
                      <a16:colId xmlns:a16="http://schemas.microsoft.com/office/drawing/2014/main" val="3356018783"/>
                    </a:ext>
                  </a:extLst>
                </a:gridCol>
                <a:gridCol w="3056835">
                  <a:extLst>
                    <a:ext uri="{9D8B030D-6E8A-4147-A177-3AD203B41FA5}">
                      <a16:colId xmlns:a16="http://schemas.microsoft.com/office/drawing/2014/main" val="1158152456"/>
                    </a:ext>
                  </a:extLst>
                </a:gridCol>
              </a:tblGrid>
              <a:tr h="334575">
                <a:tc>
                  <a:txBody>
                    <a:bodyPr/>
                    <a:lstStyle/>
                    <a:p>
                      <a:r>
                        <a:rPr lang="da-DK" sz="1600" dirty="0"/>
                        <a:t>Sensor navn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Måler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Enhed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113757048"/>
                  </a:ext>
                </a:extLst>
              </a:tr>
              <a:tr h="585506">
                <a:tc>
                  <a:txBody>
                    <a:bodyPr/>
                    <a:lstStyle/>
                    <a:p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LDR (Light Dependent Resistor) LM393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Lys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Analog volt =&gt; Lux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198555822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Ky-38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Lyd + Registrering af klap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Lydniveau(</a:t>
                      </a:r>
                      <a:r>
                        <a:rPr lang="da-DK" sz="1400" dirty="0" err="1"/>
                        <a:t>custom</a:t>
                      </a:r>
                      <a:r>
                        <a:rPr lang="da-DK" sz="1400" dirty="0"/>
                        <a:t> </a:t>
                      </a:r>
                      <a:r>
                        <a:rPr lang="da-DK" sz="1400" dirty="0" err="1"/>
                        <a:t>levels</a:t>
                      </a:r>
                      <a:r>
                        <a:rPr lang="da-DK" sz="1400" dirty="0"/>
                        <a:t>): 1-15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959908491"/>
                  </a:ext>
                </a:extLst>
              </a:tr>
              <a:tr h="585506">
                <a:tc>
                  <a:txBody>
                    <a:bodyPr/>
                    <a:lstStyle/>
                    <a:p>
                      <a:r>
                        <a:rPr lang="da-DK" sz="1400" dirty="0"/>
                        <a:t>DHT11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Fugt+Temperatur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Hvor meget vand luften holder vs. Hvor meget den kan holde, i procent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493960824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DS18B20 </a:t>
                      </a:r>
                      <a:r>
                        <a:rPr lang="da-DK" sz="1400" dirty="0" err="1"/>
                        <a:t>Temperature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Temperatur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Celsius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598744165"/>
                  </a:ext>
                </a:extLst>
              </a:tr>
              <a:tr h="836437">
                <a:tc>
                  <a:txBody>
                    <a:bodyPr/>
                    <a:lstStyle/>
                    <a:p>
                      <a:r>
                        <a:rPr lang="da-DK" sz="1400" dirty="0"/>
                        <a:t>Metal </a:t>
                      </a:r>
                      <a:r>
                        <a:rPr lang="da-DK" sz="1400" dirty="0" err="1"/>
                        <a:t>Oxide</a:t>
                      </a:r>
                      <a:r>
                        <a:rPr lang="da-DK" sz="1400" dirty="0"/>
                        <a:t> Semiconductor(MQ2)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Gas arter(LPG(f.eks. Propan gas), røg, alkohol, propan, hydrogen, </a:t>
                      </a:r>
                      <a:r>
                        <a:rPr lang="da-DK" sz="1400" dirty="0" err="1"/>
                        <a:t>methan</a:t>
                      </a:r>
                      <a:r>
                        <a:rPr lang="da-DK" sz="1400" dirty="0"/>
                        <a:t>, kulilte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Ppm(parts per million)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040137242"/>
                  </a:ext>
                </a:extLst>
              </a:tr>
              <a:tr h="585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Gravity</a:t>
                      </a:r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Analog </a:t>
                      </a:r>
                      <a:r>
                        <a:rPr lang="da-DK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Electrochemical</a:t>
                      </a:r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CO2 Sensor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Co2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Ppm(parts per million)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856570868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HC-SR501 PIR Motion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Bevægelse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Binary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303138309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Grove </a:t>
                      </a:r>
                      <a:r>
                        <a:rPr lang="da-DK" sz="1400" dirty="0" err="1"/>
                        <a:t>Dust</a:t>
                      </a:r>
                      <a:r>
                        <a:rPr lang="da-DK" sz="1400" dirty="0"/>
                        <a:t> Sensor (PPD42NS)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Støv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 level(Particulate Matter level) 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1606171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98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F9C1-D2D7-18B7-4E2F-A3E4BC18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lektronisk kredsløbskort">
            <a:extLst>
              <a:ext uri="{FF2B5EF4-FFF2-40B4-BE49-F238E27FC236}">
                <a16:creationId xmlns:a16="http://schemas.microsoft.com/office/drawing/2014/main" id="{B1CA641B-F852-C5DD-7D83-5EA07ACC72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15705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8CF35EB-03C9-0D87-48DD-C75B4F61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Sensor </a:t>
            </a:r>
            <a:r>
              <a:rPr lang="en-US" sz="4800" dirty="0" err="1"/>
              <a:t>Konfiguration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74694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FB744-42C0-AC2E-76E5-84E7C060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Sensor </a:t>
            </a:r>
            <a:r>
              <a:rPr lang="da-DK"/>
              <a:t>konfiguration(code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4ACEC4-D4DD-3CFE-E73A-06F5E0AA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1317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DFB8C-DEAE-3631-7A16-D17CEF92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indsamling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81256C-589D-7EAF-94C9-61CF1E5A8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HTTP</a:t>
            </a:r>
          </a:p>
          <a:p>
            <a:pPr lvl="1"/>
            <a:r>
              <a:rPr lang="da-DK" dirty="0"/>
              <a:t>Local</a:t>
            </a:r>
          </a:p>
          <a:p>
            <a:pPr lvl="1"/>
            <a:r>
              <a:rPr lang="da-DK"/>
              <a:t>Remote</a:t>
            </a:r>
            <a:endParaRPr lang="da-DK" dirty="0"/>
          </a:p>
          <a:p>
            <a:r>
              <a:rPr lang="da-DK" dirty="0"/>
              <a:t>MQTT</a:t>
            </a:r>
          </a:p>
          <a:p>
            <a:pPr lvl="1"/>
            <a:r>
              <a:rPr lang="da-DK" dirty="0"/>
              <a:t>Local</a:t>
            </a:r>
          </a:p>
          <a:p>
            <a:pPr lvl="1"/>
            <a:r>
              <a:rPr lang="da-DK" dirty="0"/>
              <a:t>Remote</a:t>
            </a:r>
          </a:p>
        </p:txBody>
      </p:sp>
    </p:spTree>
    <p:extLst>
      <p:ext uri="{BB962C8B-B14F-4D97-AF65-F5344CB8AC3E}">
        <p14:creationId xmlns:p14="http://schemas.microsoft.com/office/powerpoint/2010/main" val="1816911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dsløb">
  <a:themeElements>
    <a:clrScheme name="Kredsløb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Kredsløb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edsløb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26f972-443e-4c15-9c6e-4cfdb64ecaa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7F0FE4E4764D479D44F0F27CC91919" ma:contentTypeVersion="9" ma:contentTypeDescription="Opret et nyt dokument." ma:contentTypeScope="" ma:versionID="56546bfe20ff9e8d4ea5fd4ecb70b603">
  <xsd:schema xmlns:xsd="http://www.w3.org/2001/XMLSchema" xmlns:xs="http://www.w3.org/2001/XMLSchema" xmlns:p="http://schemas.microsoft.com/office/2006/metadata/properties" xmlns:ns3="3126f972-443e-4c15-9c6e-4cfdb64ecaaf" xmlns:ns4="19eff6f0-4781-4e7c-ba6d-a1367fd27541" targetNamespace="http://schemas.microsoft.com/office/2006/metadata/properties" ma:root="true" ma:fieldsID="0c6a4f53e8a6f1a3818e21f723378637" ns3:_="" ns4:_="">
    <xsd:import namespace="3126f972-443e-4c15-9c6e-4cfdb64ecaaf"/>
    <xsd:import namespace="19eff6f0-4781-4e7c-ba6d-a1367fd275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6f972-443e-4c15-9c6e-4cfdb64eca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ff6f0-4781-4e7c-ba6d-a1367fd2754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2A78E0-BD5A-4AEE-9732-AEA379BD32AC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3126f972-443e-4c15-9c6e-4cfdb64ecaaf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19eff6f0-4781-4e7c-ba6d-a1367fd2754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8FC9A2A-5649-45EB-8D6E-854B8FDBE2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26f972-443e-4c15-9c6e-4cfdb64ecaaf"/>
    <ds:schemaRef ds:uri="19eff6f0-4781-4e7c-ba6d-a1367fd275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750385-65FD-4C53-87EC-164E6BB276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TM04033919[[fn=Kredsløb]]</Template>
  <TotalTime>934</TotalTime>
  <Words>190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1" baseType="lpstr">
      <vt:lpstr>Arial</vt:lpstr>
      <vt:lpstr>Tw Cen MT</vt:lpstr>
      <vt:lpstr>Kredsløb</vt:lpstr>
      <vt:lpstr>Iot Klima Sensor</vt:lpstr>
      <vt:lpstr>Projektets mål</vt:lpstr>
      <vt:lpstr>At kunne fremstille et iot device</vt:lpstr>
      <vt:lpstr>Design af sensor hub</vt:lpstr>
      <vt:lpstr>Valgte sensorer</vt:lpstr>
      <vt:lpstr>Sensor Konfiguration</vt:lpstr>
      <vt:lpstr>Sensor konfiguration(code)</vt:lpstr>
      <vt:lpstr>Data indsamling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Sandgaard Rasmussen (MART87U9)</dc:creator>
  <cp:lastModifiedBy>Martin Sandgaard Rasmussen</cp:lastModifiedBy>
  <cp:revision>3</cp:revision>
  <dcterms:created xsi:type="dcterms:W3CDTF">2025-12-04T14:30:21Z</dcterms:created>
  <dcterms:modified xsi:type="dcterms:W3CDTF">2025-12-05T08:10:28Z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0x010100727F0FE4E4764D479D44F0F27CC91919</vt:lpwstr>
  </property>
</Properties>
</file>