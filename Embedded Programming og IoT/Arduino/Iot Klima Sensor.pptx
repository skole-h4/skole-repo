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8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yst layout 2 - Markering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1338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690609-7F97-4F0C-AF97-9A5BCC90FCB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7AF1EF0-C3CD-4F87-A4C8-2CE446E91891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HTTP</a:t>
          </a:r>
          <a:endParaRPr lang="en-US"/>
        </a:p>
      </dgm:t>
    </dgm:pt>
    <dgm:pt modelId="{0E918A6E-111C-48A8-B399-3625825F1830}" type="parTrans" cxnId="{A180207E-9FED-4EEA-A1B6-78123ABFE3D5}">
      <dgm:prSet/>
      <dgm:spPr/>
      <dgm:t>
        <a:bodyPr/>
        <a:lstStyle/>
        <a:p>
          <a:endParaRPr lang="en-US"/>
        </a:p>
      </dgm:t>
    </dgm:pt>
    <dgm:pt modelId="{F771E40A-1C1A-423B-B8A3-8EFE53C122FA}" type="sibTrans" cxnId="{A180207E-9FED-4EEA-A1B6-78123ABFE3D5}">
      <dgm:prSet/>
      <dgm:spPr/>
      <dgm:t>
        <a:bodyPr/>
        <a:lstStyle/>
        <a:p>
          <a:endParaRPr lang="en-US"/>
        </a:p>
      </dgm:t>
    </dgm:pt>
    <dgm:pt modelId="{5D66754E-F321-4C3E-A1AD-AD69ED2D005C}">
      <dgm:prSet/>
      <dgm:spPr/>
      <dgm:t>
        <a:bodyPr/>
        <a:lstStyle/>
        <a:p>
          <a:pPr>
            <a:lnSpc>
              <a:spcPct val="100000"/>
            </a:lnSpc>
          </a:pPr>
          <a:r>
            <a:rPr lang="da-DK" dirty="0"/>
            <a:t>Local – Mode 1</a:t>
          </a:r>
          <a:endParaRPr lang="en-US" dirty="0"/>
        </a:p>
      </dgm:t>
    </dgm:pt>
    <dgm:pt modelId="{3E5BFB37-4062-42F9-A539-6F0041C011DC}" type="parTrans" cxnId="{685C5785-184E-4F73-ABAA-3277E0320E20}">
      <dgm:prSet/>
      <dgm:spPr/>
      <dgm:t>
        <a:bodyPr/>
        <a:lstStyle/>
        <a:p>
          <a:endParaRPr lang="da-DK"/>
        </a:p>
      </dgm:t>
    </dgm:pt>
    <dgm:pt modelId="{F07B6107-8EE8-4566-AF11-194ECF709044}" type="sibTrans" cxnId="{685C5785-184E-4F73-ABAA-3277E0320E20}">
      <dgm:prSet/>
      <dgm:spPr/>
      <dgm:t>
        <a:bodyPr/>
        <a:lstStyle/>
        <a:p>
          <a:endParaRPr lang="da-DK"/>
        </a:p>
      </dgm:t>
    </dgm:pt>
    <dgm:pt modelId="{E97DC330-2224-4231-82FE-C81CA2401E5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Local Access Point</a:t>
          </a:r>
        </a:p>
      </dgm:t>
    </dgm:pt>
    <dgm:pt modelId="{C54287F2-8E23-4795-978C-F294E78C8355}" type="parTrans" cxnId="{8011FA5D-9C9E-407F-9142-8055ABE14316}">
      <dgm:prSet/>
      <dgm:spPr/>
      <dgm:t>
        <a:bodyPr/>
        <a:lstStyle/>
        <a:p>
          <a:endParaRPr lang="da-DK"/>
        </a:p>
      </dgm:t>
    </dgm:pt>
    <dgm:pt modelId="{96FB0BC1-2D6E-47BD-B24D-125DBC7ED615}" type="sibTrans" cxnId="{8011FA5D-9C9E-407F-9142-8055ABE14316}">
      <dgm:prSet/>
      <dgm:spPr/>
      <dgm:t>
        <a:bodyPr/>
        <a:lstStyle/>
        <a:p>
          <a:endParaRPr lang="da-DK"/>
        </a:p>
      </dgm:t>
    </dgm:pt>
    <dgm:pt modelId="{780EDD88-16A5-4CA1-8330-0D310A199831}">
      <dgm:prSet/>
      <dgm:spPr/>
      <dgm:t>
        <a:bodyPr/>
        <a:lstStyle/>
        <a:p>
          <a:pPr>
            <a:lnSpc>
              <a:spcPct val="100000"/>
            </a:lnSpc>
          </a:pPr>
          <a:r>
            <a:rPr lang="da-DK" dirty="0"/>
            <a:t>MQTT</a:t>
          </a:r>
          <a:endParaRPr lang="en-US" dirty="0"/>
        </a:p>
      </dgm:t>
    </dgm:pt>
    <dgm:pt modelId="{1EE340A8-C619-4EBA-A4B8-9BFAF8BB8BF6}" type="parTrans" cxnId="{48B86512-A7C5-4777-BE29-B8AD1DA62E30}">
      <dgm:prSet/>
      <dgm:spPr/>
      <dgm:t>
        <a:bodyPr/>
        <a:lstStyle/>
        <a:p>
          <a:endParaRPr lang="da-DK"/>
        </a:p>
      </dgm:t>
    </dgm:pt>
    <dgm:pt modelId="{D40BB319-0518-458C-9F84-9BB30076D134}" type="sibTrans" cxnId="{48B86512-A7C5-4777-BE29-B8AD1DA62E30}">
      <dgm:prSet/>
      <dgm:spPr/>
      <dgm:t>
        <a:bodyPr/>
        <a:lstStyle/>
        <a:p>
          <a:endParaRPr lang="da-DK"/>
        </a:p>
      </dgm:t>
    </dgm:pt>
    <dgm:pt modelId="{17F0E6E1-D345-43FA-9A78-2DDD40500BEF}">
      <dgm:prSet/>
      <dgm:spPr/>
      <dgm:t>
        <a:bodyPr/>
        <a:lstStyle/>
        <a:p>
          <a:pPr>
            <a:lnSpc>
              <a:spcPct val="100000"/>
            </a:lnSpc>
          </a:pPr>
          <a:r>
            <a:rPr lang="da-DK" dirty="0"/>
            <a:t>Local – Via. Docker – Mode 2</a:t>
          </a:r>
          <a:endParaRPr lang="en-US" dirty="0"/>
        </a:p>
      </dgm:t>
    </dgm:pt>
    <dgm:pt modelId="{643EE7B0-B191-47EA-A85B-0F7217A465D3}" type="parTrans" cxnId="{EE23C08E-3E1A-43EE-A80F-0C563C29968D}">
      <dgm:prSet/>
      <dgm:spPr/>
      <dgm:t>
        <a:bodyPr/>
        <a:lstStyle/>
        <a:p>
          <a:endParaRPr lang="da-DK"/>
        </a:p>
      </dgm:t>
    </dgm:pt>
    <dgm:pt modelId="{6B1F9CDD-120D-4E48-BDCD-DC92C960C26B}" type="sibTrans" cxnId="{EE23C08E-3E1A-43EE-A80F-0C563C29968D}">
      <dgm:prSet/>
      <dgm:spPr/>
      <dgm:t>
        <a:bodyPr/>
        <a:lstStyle/>
        <a:p>
          <a:endParaRPr lang="da-DK"/>
        </a:p>
      </dgm:t>
    </dgm:pt>
    <dgm:pt modelId="{84544031-A19F-4A65-82E8-1C810B5820C5}">
      <dgm:prSet/>
      <dgm:spPr/>
      <dgm:t>
        <a:bodyPr/>
        <a:lstStyle/>
        <a:p>
          <a:pPr>
            <a:lnSpc>
              <a:spcPct val="100000"/>
            </a:lnSpc>
          </a:pPr>
          <a:r>
            <a:rPr lang="da-DK" dirty="0"/>
            <a:t>Remote – Via. Docker + Cloudflare - Mode 3</a:t>
          </a:r>
          <a:endParaRPr lang="en-US" dirty="0"/>
        </a:p>
      </dgm:t>
    </dgm:pt>
    <dgm:pt modelId="{2A43FBDF-0127-4392-961C-4CB85CABF3BA}" type="parTrans" cxnId="{74A7507A-0342-47BB-9671-4EED110F2C39}">
      <dgm:prSet/>
      <dgm:spPr/>
      <dgm:t>
        <a:bodyPr/>
        <a:lstStyle/>
        <a:p>
          <a:endParaRPr lang="da-DK"/>
        </a:p>
      </dgm:t>
    </dgm:pt>
    <dgm:pt modelId="{EF587CC1-2083-48ED-987E-D2AB5BD97A82}" type="sibTrans" cxnId="{74A7507A-0342-47BB-9671-4EED110F2C39}">
      <dgm:prSet/>
      <dgm:spPr/>
      <dgm:t>
        <a:bodyPr/>
        <a:lstStyle/>
        <a:p>
          <a:endParaRPr lang="da-DK"/>
        </a:p>
      </dgm:t>
    </dgm:pt>
    <dgm:pt modelId="{7BEE4D80-E9D2-47BB-BC8F-B50D2E77617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LCD Display</a:t>
          </a:r>
          <a:endParaRPr lang="en-US" dirty="0"/>
        </a:p>
      </dgm:t>
    </dgm:pt>
    <dgm:pt modelId="{7FF05A79-ADAB-45DC-A9EE-F98D597291B5}" type="parTrans" cxnId="{001CBC5D-852B-4DE5-A724-A70B9A9ABC95}">
      <dgm:prSet/>
      <dgm:spPr/>
      <dgm:t>
        <a:bodyPr/>
        <a:lstStyle/>
        <a:p>
          <a:endParaRPr lang="da-DK"/>
        </a:p>
      </dgm:t>
    </dgm:pt>
    <dgm:pt modelId="{47FD0EF5-E467-434A-95D0-FF270C7ED74F}" type="sibTrans" cxnId="{001CBC5D-852B-4DE5-A724-A70B9A9ABC95}">
      <dgm:prSet/>
      <dgm:spPr/>
      <dgm:t>
        <a:bodyPr/>
        <a:lstStyle/>
        <a:p>
          <a:endParaRPr lang="da-DK"/>
        </a:p>
      </dgm:t>
    </dgm:pt>
    <dgm:pt modelId="{325C50CE-58AB-428B-ACE3-D419BD5F4C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Local - Konstant</a:t>
          </a:r>
        </a:p>
      </dgm:t>
    </dgm:pt>
    <dgm:pt modelId="{C7002797-51F6-4300-8CBC-4C29ACF61AFF}" type="parTrans" cxnId="{4E7894EB-5A84-4F4E-B695-96788B411F58}">
      <dgm:prSet/>
      <dgm:spPr/>
      <dgm:t>
        <a:bodyPr/>
        <a:lstStyle/>
        <a:p>
          <a:endParaRPr lang="da-DK"/>
        </a:p>
      </dgm:t>
    </dgm:pt>
    <dgm:pt modelId="{AF80723E-C123-43EB-B28B-D6E66B23BC3A}" type="sibTrans" cxnId="{4E7894EB-5A84-4F4E-B695-96788B411F58}">
      <dgm:prSet/>
      <dgm:spPr/>
      <dgm:t>
        <a:bodyPr/>
        <a:lstStyle/>
        <a:p>
          <a:endParaRPr lang="da-DK"/>
        </a:p>
      </dgm:t>
    </dgm:pt>
    <dgm:pt modelId="{8155A8C4-94CA-4D18-A2B1-CB3635B45D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Serial Monitor</a:t>
          </a:r>
        </a:p>
      </dgm:t>
    </dgm:pt>
    <dgm:pt modelId="{B985F568-99DF-416F-B938-1F72D2541B08}" type="parTrans" cxnId="{E529C80F-065D-4F13-AC4A-8C767894CDC5}">
      <dgm:prSet/>
      <dgm:spPr/>
      <dgm:t>
        <a:bodyPr/>
        <a:lstStyle/>
        <a:p>
          <a:endParaRPr lang="da-DK"/>
        </a:p>
      </dgm:t>
    </dgm:pt>
    <dgm:pt modelId="{C852DD7F-C43C-449D-9AC4-2ACFCC256229}" type="sibTrans" cxnId="{E529C80F-065D-4F13-AC4A-8C767894CDC5}">
      <dgm:prSet/>
      <dgm:spPr/>
      <dgm:t>
        <a:bodyPr/>
        <a:lstStyle/>
        <a:p>
          <a:endParaRPr lang="da-DK"/>
        </a:p>
      </dgm:t>
    </dgm:pt>
    <dgm:pt modelId="{A73BE0E1-5EBF-45FD-9B8A-1A348FA3C8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Local – Connected via USB</a:t>
          </a:r>
        </a:p>
      </dgm:t>
    </dgm:pt>
    <dgm:pt modelId="{FB37B737-D5E1-4529-B5A4-92CB1A0E8167}" type="parTrans" cxnId="{61F8966A-980C-4DDB-8BC3-A034EC42B9A8}">
      <dgm:prSet/>
      <dgm:spPr/>
      <dgm:t>
        <a:bodyPr/>
        <a:lstStyle/>
        <a:p>
          <a:endParaRPr lang="da-DK"/>
        </a:p>
      </dgm:t>
    </dgm:pt>
    <dgm:pt modelId="{73D3E964-0D30-48B8-B785-C329969FA98E}" type="sibTrans" cxnId="{61F8966A-980C-4DDB-8BC3-A034EC42B9A8}">
      <dgm:prSet/>
      <dgm:spPr/>
      <dgm:t>
        <a:bodyPr/>
        <a:lstStyle/>
        <a:p>
          <a:endParaRPr lang="da-DK"/>
        </a:p>
      </dgm:t>
    </dgm:pt>
    <dgm:pt modelId="{30A219B8-635B-4584-8299-8BB9D3A69F08}" type="pres">
      <dgm:prSet presAssocID="{B3690609-7F97-4F0C-AF97-9A5BCC90FCB8}" presName="root" presStyleCnt="0">
        <dgm:presLayoutVars>
          <dgm:dir/>
          <dgm:resizeHandles val="exact"/>
        </dgm:presLayoutVars>
      </dgm:prSet>
      <dgm:spPr/>
    </dgm:pt>
    <dgm:pt modelId="{75FC8166-11E8-4686-8B10-ECC49BD768A4}" type="pres">
      <dgm:prSet presAssocID="{37AF1EF0-C3CD-4F87-A4C8-2CE446E91891}" presName="compNode" presStyleCnt="0"/>
      <dgm:spPr/>
    </dgm:pt>
    <dgm:pt modelId="{6A8BD596-DAFB-45CF-B8B7-87F939CCED20}" type="pres">
      <dgm:prSet presAssocID="{37AF1EF0-C3CD-4F87-A4C8-2CE446E91891}" presName="bgRect" presStyleLbl="bgShp" presStyleIdx="0" presStyleCnt="4"/>
      <dgm:spPr/>
    </dgm:pt>
    <dgm:pt modelId="{E85EC538-8EE7-420A-9E5B-86171E21223E}" type="pres">
      <dgm:prSet presAssocID="{37AF1EF0-C3CD-4F87-A4C8-2CE446E9189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4B60E149-7B09-4592-A8A1-9713CC5B7650}" type="pres">
      <dgm:prSet presAssocID="{37AF1EF0-C3CD-4F87-A4C8-2CE446E91891}" presName="spaceRect" presStyleCnt="0"/>
      <dgm:spPr/>
    </dgm:pt>
    <dgm:pt modelId="{ECAD51C0-D5DD-4680-AD42-BD82C141C396}" type="pres">
      <dgm:prSet presAssocID="{37AF1EF0-C3CD-4F87-A4C8-2CE446E91891}" presName="parTx" presStyleLbl="revTx" presStyleIdx="0" presStyleCnt="8">
        <dgm:presLayoutVars>
          <dgm:chMax val="0"/>
          <dgm:chPref val="0"/>
        </dgm:presLayoutVars>
      </dgm:prSet>
      <dgm:spPr/>
    </dgm:pt>
    <dgm:pt modelId="{5C0BADB5-6BE3-4518-A64E-A8633E1F1FE4}" type="pres">
      <dgm:prSet presAssocID="{37AF1EF0-C3CD-4F87-A4C8-2CE446E91891}" presName="desTx" presStyleLbl="revTx" presStyleIdx="1" presStyleCnt="8">
        <dgm:presLayoutVars/>
      </dgm:prSet>
      <dgm:spPr/>
    </dgm:pt>
    <dgm:pt modelId="{205ED8E5-C625-462E-9128-B7976AE3398F}" type="pres">
      <dgm:prSet presAssocID="{F771E40A-1C1A-423B-B8A3-8EFE53C122FA}" presName="sibTrans" presStyleCnt="0"/>
      <dgm:spPr/>
    </dgm:pt>
    <dgm:pt modelId="{F5FE61B9-A327-4B77-96D3-CDA547A3EA57}" type="pres">
      <dgm:prSet presAssocID="{780EDD88-16A5-4CA1-8330-0D310A199831}" presName="compNode" presStyleCnt="0"/>
      <dgm:spPr/>
    </dgm:pt>
    <dgm:pt modelId="{311F3209-64F3-4FA6-85AA-F50B9FEA2583}" type="pres">
      <dgm:prSet presAssocID="{780EDD88-16A5-4CA1-8330-0D310A199831}" presName="bgRect" presStyleLbl="bgShp" presStyleIdx="1" presStyleCnt="4"/>
      <dgm:spPr/>
    </dgm:pt>
    <dgm:pt modelId="{7689B646-01FE-47BD-9FA6-DA599079F535}" type="pres">
      <dgm:prSet presAssocID="{780EDD88-16A5-4CA1-8330-0D310A19983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ærbar computer"/>
        </a:ext>
      </dgm:extLst>
    </dgm:pt>
    <dgm:pt modelId="{6BF4E914-74AC-40F1-B868-87AD4E2D9634}" type="pres">
      <dgm:prSet presAssocID="{780EDD88-16A5-4CA1-8330-0D310A199831}" presName="spaceRect" presStyleCnt="0"/>
      <dgm:spPr/>
    </dgm:pt>
    <dgm:pt modelId="{D2F2F3D2-54B8-469B-B220-10E252D6D688}" type="pres">
      <dgm:prSet presAssocID="{780EDD88-16A5-4CA1-8330-0D310A199831}" presName="parTx" presStyleLbl="revTx" presStyleIdx="2" presStyleCnt="8">
        <dgm:presLayoutVars>
          <dgm:chMax val="0"/>
          <dgm:chPref val="0"/>
        </dgm:presLayoutVars>
      </dgm:prSet>
      <dgm:spPr/>
    </dgm:pt>
    <dgm:pt modelId="{046DD34E-BEBF-4CC1-9F38-609C7E4C9B11}" type="pres">
      <dgm:prSet presAssocID="{780EDD88-16A5-4CA1-8330-0D310A199831}" presName="desTx" presStyleLbl="revTx" presStyleIdx="3" presStyleCnt="8">
        <dgm:presLayoutVars/>
      </dgm:prSet>
      <dgm:spPr/>
    </dgm:pt>
    <dgm:pt modelId="{2973514D-B107-4FD6-BC84-8BC4554EC20B}" type="pres">
      <dgm:prSet presAssocID="{D40BB319-0518-458C-9F84-9BB30076D134}" presName="sibTrans" presStyleCnt="0"/>
      <dgm:spPr/>
    </dgm:pt>
    <dgm:pt modelId="{CEB3397C-3FA1-4BAF-B9EA-2B175DB0D053}" type="pres">
      <dgm:prSet presAssocID="{7BEE4D80-E9D2-47BB-BC8F-B50D2E776174}" presName="compNode" presStyleCnt="0"/>
      <dgm:spPr/>
    </dgm:pt>
    <dgm:pt modelId="{B59C74BB-F734-42DB-A0AC-646B442F1175}" type="pres">
      <dgm:prSet presAssocID="{7BEE4D80-E9D2-47BB-BC8F-B50D2E776174}" presName="bgRect" presStyleLbl="bgShp" presStyleIdx="2" presStyleCnt="4"/>
      <dgm:spPr/>
    </dgm:pt>
    <dgm:pt modelId="{37CDF1EC-D954-4D8D-9736-6B6D506B8468}" type="pres">
      <dgm:prSet presAssocID="{7BEE4D80-E9D2-47BB-BC8F-B50D2E77617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t med massiv udfyldning"/>
        </a:ext>
      </dgm:extLst>
    </dgm:pt>
    <dgm:pt modelId="{FB4DFAF0-4802-4329-954B-E948AA32805D}" type="pres">
      <dgm:prSet presAssocID="{7BEE4D80-E9D2-47BB-BC8F-B50D2E776174}" presName="spaceRect" presStyleCnt="0"/>
      <dgm:spPr/>
    </dgm:pt>
    <dgm:pt modelId="{53FE8DB0-28CD-4368-BC6B-180136E67572}" type="pres">
      <dgm:prSet presAssocID="{7BEE4D80-E9D2-47BB-BC8F-B50D2E776174}" presName="parTx" presStyleLbl="revTx" presStyleIdx="4" presStyleCnt="8">
        <dgm:presLayoutVars>
          <dgm:chMax val="0"/>
          <dgm:chPref val="0"/>
        </dgm:presLayoutVars>
      </dgm:prSet>
      <dgm:spPr/>
    </dgm:pt>
    <dgm:pt modelId="{77EE0132-F6BB-4770-9970-4171A038BAA5}" type="pres">
      <dgm:prSet presAssocID="{7BEE4D80-E9D2-47BB-BC8F-B50D2E776174}" presName="desTx" presStyleLbl="revTx" presStyleIdx="5" presStyleCnt="8">
        <dgm:presLayoutVars/>
      </dgm:prSet>
      <dgm:spPr/>
    </dgm:pt>
    <dgm:pt modelId="{CAB0E958-5966-46A9-B327-9EAB847125B1}" type="pres">
      <dgm:prSet presAssocID="{47FD0EF5-E467-434A-95D0-FF270C7ED74F}" presName="sibTrans" presStyleCnt="0"/>
      <dgm:spPr/>
    </dgm:pt>
    <dgm:pt modelId="{2315A79E-2F24-4C62-862B-A3FDE7481193}" type="pres">
      <dgm:prSet presAssocID="{8155A8C4-94CA-4D18-A2B1-CB3635B45DFB}" presName="compNode" presStyleCnt="0"/>
      <dgm:spPr/>
    </dgm:pt>
    <dgm:pt modelId="{AE34ED72-D76F-4401-8918-E97A288A1549}" type="pres">
      <dgm:prSet presAssocID="{8155A8C4-94CA-4D18-A2B1-CB3635B45DFB}" presName="bgRect" presStyleLbl="bgShp" presStyleIdx="3" presStyleCnt="4"/>
      <dgm:spPr/>
    </dgm:pt>
    <dgm:pt modelId="{C8AEFAD2-5543-45D9-AD99-C9FC55A3E3EA}" type="pres">
      <dgm:prSet presAssocID="{8155A8C4-94CA-4D18-A2B1-CB3635B45DF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ør kontur"/>
        </a:ext>
      </dgm:extLst>
    </dgm:pt>
    <dgm:pt modelId="{AAEB16BD-FA55-40D5-8C5C-B79B3A39480C}" type="pres">
      <dgm:prSet presAssocID="{8155A8C4-94CA-4D18-A2B1-CB3635B45DFB}" presName="spaceRect" presStyleCnt="0"/>
      <dgm:spPr/>
    </dgm:pt>
    <dgm:pt modelId="{D923D663-EF5F-401A-AF51-9BBC9BCE1792}" type="pres">
      <dgm:prSet presAssocID="{8155A8C4-94CA-4D18-A2B1-CB3635B45DFB}" presName="parTx" presStyleLbl="revTx" presStyleIdx="6" presStyleCnt="8">
        <dgm:presLayoutVars>
          <dgm:chMax val="0"/>
          <dgm:chPref val="0"/>
        </dgm:presLayoutVars>
      </dgm:prSet>
      <dgm:spPr/>
    </dgm:pt>
    <dgm:pt modelId="{9F5902AC-0E0B-4629-A92D-BFFED7CC0E90}" type="pres">
      <dgm:prSet presAssocID="{8155A8C4-94CA-4D18-A2B1-CB3635B45DFB}" presName="desTx" presStyleLbl="revTx" presStyleIdx="7" presStyleCnt="8">
        <dgm:presLayoutVars/>
      </dgm:prSet>
      <dgm:spPr/>
    </dgm:pt>
  </dgm:ptLst>
  <dgm:cxnLst>
    <dgm:cxn modelId="{E529C80F-065D-4F13-AC4A-8C767894CDC5}" srcId="{B3690609-7F97-4F0C-AF97-9A5BCC90FCB8}" destId="{8155A8C4-94CA-4D18-A2B1-CB3635B45DFB}" srcOrd="3" destOrd="0" parTransId="{B985F568-99DF-416F-B938-1F72D2541B08}" sibTransId="{C852DD7F-C43C-449D-9AC4-2ACFCC256229}"/>
    <dgm:cxn modelId="{48B86512-A7C5-4777-BE29-B8AD1DA62E30}" srcId="{B3690609-7F97-4F0C-AF97-9A5BCC90FCB8}" destId="{780EDD88-16A5-4CA1-8330-0D310A199831}" srcOrd="1" destOrd="0" parTransId="{1EE340A8-C619-4EBA-A4B8-9BFAF8BB8BF6}" sibTransId="{D40BB319-0518-458C-9F84-9BB30076D134}"/>
    <dgm:cxn modelId="{E1B3EB24-8117-4EFF-A92D-1927059C7719}" type="presOf" srcId="{780EDD88-16A5-4CA1-8330-0D310A199831}" destId="{D2F2F3D2-54B8-469B-B220-10E252D6D688}" srcOrd="0" destOrd="0" presId="urn:microsoft.com/office/officeart/2018/2/layout/IconVerticalSolidList"/>
    <dgm:cxn modelId="{21D9B932-1F56-4100-AA4D-C22C68474E05}" type="presOf" srcId="{37AF1EF0-C3CD-4F87-A4C8-2CE446E91891}" destId="{ECAD51C0-D5DD-4680-AD42-BD82C141C396}" srcOrd="0" destOrd="0" presId="urn:microsoft.com/office/officeart/2018/2/layout/IconVerticalSolidList"/>
    <dgm:cxn modelId="{D1F7785D-14D9-4FF5-987C-03F45FE962A4}" type="presOf" srcId="{A73BE0E1-5EBF-45FD-9B8A-1A348FA3C849}" destId="{9F5902AC-0E0B-4629-A92D-BFFED7CC0E90}" srcOrd="0" destOrd="0" presId="urn:microsoft.com/office/officeart/2018/2/layout/IconVerticalSolidList"/>
    <dgm:cxn modelId="{001CBC5D-852B-4DE5-A724-A70B9A9ABC95}" srcId="{B3690609-7F97-4F0C-AF97-9A5BCC90FCB8}" destId="{7BEE4D80-E9D2-47BB-BC8F-B50D2E776174}" srcOrd="2" destOrd="0" parTransId="{7FF05A79-ADAB-45DC-A9EE-F98D597291B5}" sibTransId="{47FD0EF5-E467-434A-95D0-FF270C7ED74F}"/>
    <dgm:cxn modelId="{8011FA5D-9C9E-407F-9142-8055ABE14316}" srcId="{37AF1EF0-C3CD-4F87-A4C8-2CE446E91891}" destId="{E97DC330-2224-4231-82FE-C81CA2401E56}" srcOrd="1" destOrd="0" parTransId="{C54287F2-8E23-4795-978C-F294E78C8355}" sibTransId="{96FB0BC1-2D6E-47BD-B24D-125DBC7ED615}"/>
    <dgm:cxn modelId="{F2F18849-DEAB-4044-B9B9-3FB9E330287D}" type="presOf" srcId="{17F0E6E1-D345-43FA-9A78-2DDD40500BEF}" destId="{046DD34E-BEBF-4CC1-9F38-609C7E4C9B11}" srcOrd="0" destOrd="0" presId="urn:microsoft.com/office/officeart/2018/2/layout/IconVerticalSolidList"/>
    <dgm:cxn modelId="{61F8966A-980C-4DDB-8BC3-A034EC42B9A8}" srcId="{8155A8C4-94CA-4D18-A2B1-CB3635B45DFB}" destId="{A73BE0E1-5EBF-45FD-9B8A-1A348FA3C849}" srcOrd="0" destOrd="0" parTransId="{FB37B737-D5E1-4529-B5A4-92CB1A0E8167}" sibTransId="{73D3E964-0D30-48B8-B785-C329969FA98E}"/>
    <dgm:cxn modelId="{631FAB6C-D248-41DF-8728-4B770B72F073}" type="presOf" srcId="{5D66754E-F321-4C3E-A1AD-AD69ED2D005C}" destId="{5C0BADB5-6BE3-4518-A64E-A8633E1F1FE4}" srcOrd="0" destOrd="0" presId="urn:microsoft.com/office/officeart/2018/2/layout/IconVerticalSolidList"/>
    <dgm:cxn modelId="{F5B14876-27D0-4051-A645-C59D50829066}" type="presOf" srcId="{B3690609-7F97-4F0C-AF97-9A5BCC90FCB8}" destId="{30A219B8-635B-4584-8299-8BB9D3A69F08}" srcOrd="0" destOrd="0" presId="urn:microsoft.com/office/officeart/2018/2/layout/IconVerticalSolidList"/>
    <dgm:cxn modelId="{9543DC78-EE39-48D7-BC1B-C509B56824DD}" type="presOf" srcId="{7BEE4D80-E9D2-47BB-BC8F-B50D2E776174}" destId="{53FE8DB0-28CD-4368-BC6B-180136E67572}" srcOrd="0" destOrd="0" presId="urn:microsoft.com/office/officeart/2018/2/layout/IconVerticalSolidList"/>
    <dgm:cxn modelId="{74A7507A-0342-47BB-9671-4EED110F2C39}" srcId="{780EDD88-16A5-4CA1-8330-0D310A199831}" destId="{84544031-A19F-4A65-82E8-1C810B5820C5}" srcOrd="1" destOrd="0" parTransId="{2A43FBDF-0127-4392-961C-4CB85CABF3BA}" sibTransId="{EF587CC1-2083-48ED-987E-D2AB5BD97A82}"/>
    <dgm:cxn modelId="{A180207E-9FED-4EEA-A1B6-78123ABFE3D5}" srcId="{B3690609-7F97-4F0C-AF97-9A5BCC90FCB8}" destId="{37AF1EF0-C3CD-4F87-A4C8-2CE446E91891}" srcOrd="0" destOrd="0" parTransId="{0E918A6E-111C-48A8-B399-3625825F1830}" sibTransId="{F771E40A-1C1A-423B-B8A3-8EFE53C122FA}"/>
    <dgm:cxn modelId="{A86D2885-4A4E-405A-B270-823883B72076}" type="presOf" srcId="{8155A8C4-94CA-4D18-A2B1-CB3635B45DFB}" destId="{D923D663-EF5F-401A-AF51-9BBC9BCE1792}" srcOrd="0" destOrd="0" presId="urn:microsoft.com/office/officeart/2018/2/layout/IconVerticalSolidList"/>
    <dgm:cxn modelId="{685C5785-184E-4F73-ABAA-3277E0320E20}" srcId="{37AF1EF0-C3CD-4F87-A4C8-2CE446E91891}" destId="{5D66754E-F321-4C3E-A1AD-AD69ED2D005C}" srcOrd="0" destOrd="0" parTransId="{3E5BFB37-4062-42F9-A539-6F0041C011DC}" sibTransId="{F07B6107-8EE8-4566-AF11-194ECF709044}"/>
    <dgm:cxn modelId="{EE23C08E-3E1A-43EE-A80F-0C563C29968D}" srcId="{780EDD88-16A5-4CA1-8330-0D310A199831}" destId="{17F0E6E1-D345-43FA-9A78-2DDD40500BEF}" srcOrd="0" destOrd="0" parTransId="{643EE7B0-B191-47EA-A85B-0F7217A465D3}" sibTransId="{6B1F9CDD-120D-4E48-BDCD-DC92C960C26B}"/>
    <dgm:cxn modelId="{3BAE45AD-BD75-4BF1-BC42-C0AF1F71D848}" type="presOf" srcId="{325C50CE-58AB-428B-ACE3-D419BD5F4C0F}" destId="{77EE0132-F6BB-4770-9970-4171A038BAA5}" srcOrd="0" destOrd="0" presId="urn:microsoft.com/office/officeart/2018/2/layout/IconVerticalSolidList"/>
    <dgm:cxn modelId="{D4C790B7-F9BB-4B1E-85F4-3441349ADD7F}" type="presOf" srcId="{84544031-A19F-4A65-82E8-1C810B5820C5}" destId="{046DD34E-BEBF-4CC1-9F38-609C7E4C9B11}" srcOrd="0" destOrd="1" presId="urn:microsoft.com/office/officeart/2018/2/layout/IconVerticalSolidList"/>
    <dgm:cxn modelId="{1A28ECC3-A573-40D7-9C0A-ACCE7046BA38}" type="presOf" srcId="{E97DC330-2224-4231-82FE-C81CA2401E56}" destId="{5C0BADB5-6BE3-4518-A64E-A8633E1F1FE4}" srcOrd="0" destOrd="1" presId="urn:microsoft.com/office/officeart/2018/2/layout/IconVerticalSolidList"/>
    <dgm:cxn modelId="{4E7894EB-5A84-4F4E-B695-96788B411F58}" srcId="{7BEE4D80-E9D2-47BB-BC8F-B50D2E776174}" destId="{325C50CE-58AB-428B-ACE3-D419BD5F4C0F}" srcOrd="0" destOrd="0" parTransId="{C7002797-51F6-4300-8CBC-4C29ACF61AFF}" sibTransId="{AF80723E-C123-43EB-B28B-D6E66B23BC3A}"/>
    <dgm:cxn modelId="{5BDFCF31-6DF5-4B57-A606-E86E1B79F481}" type="presParOf" srcId="{30A219B8-635B-4584-8299-8BB9D3A69F08}" destId="{75FC8166-11E8-4686-8B10-ECC49BD768A4}" srcOrd="0" destOrd="0" presId="urn:microsoft.com/office/officeart/2018/2/layout/IconVerticalSolidList"/>
    <dgm:cxn modelId="{AE08BC76-499E-475C-BAF6-A274FD1D4575}" type="presParOf" srcId="{75FC8166-11E8-4686-8B10-ECC49BD768A4}" destId="{6A8BD596-DAFB-45CF-B8B7-87F939CCED20}" srcOrd="0" destOrd="0" presId="urn:microsoft.com/office/officeart/2018/2/layout/IconVerticalSolidList"/>
    <dgm:cxn modelId="{E099F91B-DA53-47AC-8909-CA7C147D7E05}" type="presParOf" srcId="{75FC8166-11E8-4686-8B10-ECC49BD768A4}" destId="{E85EC538-8EE7-420A-9E5B-86171E21223E}" srcOrd="1" destOrd="0" presId="urn:microsoft.com/office/officeart/2018/2/layout/IconVerticalSolidList"/>
    <dgm:cxn modelId="{920F81BC-073C-4EC3-BE34-17DEAD01662F}" type="presParOf" srcId="{75FC8166-11E8-4686-8B10-ECC49BD768A4}" destId="{4B60E149-7B09-4592-A8A1-9713CC5B7650}" srcOrd="2" destOrd="0" presId="urn:microsoft.com/office/officeart/2018/2/layout/IconVerticalSolidList"/>
    <dgm:cxn modelId="{8785706D-712C-4DC2-A855-DAD41F8F52CD}" type="presParOf" srcId="{75FC8166-11E8-4686-8B10-ECC49BD768A4}" destId="{ECAD51C0-D5DD-4680-AD42-BD82C141C396}" srcOrd="3" destOrd="0" presId="urn:microsoft.com/office/officeart/2018/2/layout/IconVerticalSolidList"/>
    <dgm:cxn modelId="{CFCE07B0-703E-4F5E-883E-7EF790395696}" type="presParOf" srcId="{75FC8166-11E8-4686-8B10-ECC49BD768A4}" destId="{5C0BADB5-6BE3-4518-A64E-A8633E1F1FE4}" srcOrd="4" destOrd="0" presId="urn:microsoft.com/office/officeart/2018/2/layout/IconVerticalSolidList"/>
    <dgm:cxn modelId="{33027F11-9D17-48FA-9260-D9C68DF444BC}" type="presParOf" srcId="{30A219B8-635B-4584-8299-8BB9D3A69F08}" destId="{205ED8E5-C625-462E-9128-B7976AE3398F}" srcOrd="1" destOrd="0" presId="urn:microsoft.com/office/officeart/2018/2/layout/IconVerticalSolidList"/>
    <dgm:cxn modelId="{41D6CF9E-FADD-4D00-91A9-09BDAD99D1D3}" type="presParOf" srcId="{30A219B8-635B-4584-8299-8BB9D3A69F08}" destId="{F5FE61B9-A327-4B77-96D3-CDA547A3EA57}" srcOrd="2" destOrd="0" presId="urn:microsoft.com/office/officeart/2018/2/layout/IconVerticalSolidList"/>
    <dgm:cxn modelId="{3C5B0FB4-BC4F-4EF7-9EAF-1F956FD3F05E}" type="presParOf" srcId="{F5FE61B9-A327-4B77-96D3-CDA547A3EA57}" destId="{311F3209-64F3-4FA6-85AA-F50B9FEA2583}" srcOrd="0" destOrd="0" presId="urn:microsoft.com/office/officeart/2018/2/layout/IconVerticalSolidList"/>
    <dgm:cxn modelId="{460C223A-C7A8-49A2-95E5-0132FD97ED29}" type="presParOf" srcId="{F5FE61B9-A327-4B77-96D3-CDA547A3EA57}" destId="{7689B646-01FE-47BD-9FA6-DA599079F535}" srcOrd="1" destOrd="0" presId="urn:microsoft.com/office/officeart/2018/2/layout/IconVerticalSolidList"/>
    <dgm:cxn modelId="{47783377-A5D4-4189-87EE-D42226AD4FBC}" type="presParOf" srcId="{F5FE61B9-A327-4B77-96D3-CDA547A3EA57}" destId="{6BF4E914-74AC-40F1-B868-87AD4E2D9634}" srcOrd="2" destOrd="0" presId="urn:microsoft.com/office/officeart/2018/2/layout/IconVerticalSolidList"/>
    <dgm:cxn modelId="{6EED5A89-CAF3-4DE1-9053-0E53828B973E}" type="presParOf" srcId="{F5FE61B9-A327-4B77-96D3-CDA547A3EA57}" destId="{D2F2F3D2-54B8-469B-B220-10E252D6D688}" srcOrd="3" destOrd="0" presId="urn:microsoft.com/office/officeart/2018/2/layout/IconVerticalSolidList"/>
    <dgm:cxn modelId="{FA09D242-2875-445E-971B-5838204A643C}" type="presParOf" srcId="{F5FE61B9-A327-4B77-96D3-CDA547A3EA57}" destId="{046DD34E-BEBF-4CC1-9F38-609C7E4C9B11}" srcOrd="4" destOrd="0" presId="urn:microsoft.com/office/officeart/2018/2/layout/IconVerticalSolidList"/>
    <dgm:cxn modelId="{4EE44BB4-81D3-4AB0-BFB5-F0A510C4BA0E}" type="presParOf" srcId="{30A219B8-635B-4584-8299-8BB9D3A69F08}" destId="{2973514D-B107-4FD6-BC84-8BC4554EC20B}" srcOrd="3" destOrd="0" presId="urn:microsoft.com/office/officeart/2018/2/layout/IconVerticalSolidList"/>
    <dgm:cxn modelId="{6D9101BC-3820-4871-B76B-C5B3DEA4DB89}" type="presParOf" srcId="{30A219B8-635B-4584-8299-8BB9D3A69F08}" destId="{CEB3397C-3FA1-4BAF-B9EA-2B175DB0D053}" srcOrd="4" destOrd="0" presId="urn:microsoft.com/office/officeart/2018/2/layout/IconVerticalSolidList"/>
    <dgm:cxn modelId="{A36AECAB-9F9A-400D-86A7-7C197E92B58E}" type="presParOf" srcId="{CEB3397C-3FA1-4BAF-B9EA-2B175DB0D053}" destId="{B59C74BB-F734-42DB-A0AC-646B442F1175}" srcOrd="0" destOrd="0" presId="urn:microsoft.com/office/officeart/2018/2/layout/IconVerticalSolidList"/>
    <dgm:cxn modelId="{D4A00744-42E7-470E-91FE-95B9A28A42BC}" type="presParOf" srcId="{CEB3397C-3FA1-4BAF-B9EA-2B175DB0D053}" destId="{37CDF1EC-D954-4D8D-9736-6B6D506B8468}" srcOrd="1" destOrd="0" presId="urn:microsoft.com/office/officeart/2018/2/layout/IconVerticalSolidList"/>
    <dgm:cxn modelId="{5DF8473D-F3C4-44E9-9DB2-0B34EDF40086}" type="presParOf" srcId="{CEB3397C-3FA1-4BAF-B9EA-2B175DB0D053}" destId="{FB4DFAF0-4802-4329-954B-E948AA32805D}" srcOrd="2" destOrd="0" presId="urn:microsoft.com/office/officeart/2018/2/layout/IconVerticalSolidList"/>
    <dgm:cxn modelId="{E91DD69A-32B9-48D8-A787-C6D19255A734}" type="presParOf" srcId="{CEB3397C-3FA1-4BAF-B9EA-2B175DB0D053}" destId="{53FE8DB0-28CD-4368-BC6B-180136E67572}" srcOrd="3" destOrd="0" presId="urn:microsoft.com/office/officeart/2018/2/layout/IconVerticalSolidList"/>
    <dgm:cxn modelId="{F978476E-41DE-4A4C-9293-04C553E453CD}" type="presParOf" srcId="{CEB3397C-3FA1-4BAF-B9EA-2B175DB0D053}" destId="{77EE0132-F6BB-4770-9970-4171A038BAA5}" srcOrd="4" destOrd="0" presId="urn:microsoft.com/office/officeart/2018/2/layout/IconVerticalSolidList"/>
    <dgm:cxn modelId="{1BC27675-5D13-425E-AFD7-4595CE2AC5B2}" type="presParOf" srcId="{30A219B8-635B-4584-8299-8BB9D3A69F08}" destId="{CAB0E958-5966-46A9-B327-9EAB847125B1}" srcOrd="5" destOrd="0" presId="urn:microsoft.com/office/officeart/2018/2/layout/IconVerticalSolidList"/>
    <dgm:cxn modelId="{FF6890C8-914A-456E-BD7B-5871ACA90D71}" type="presParOf" srcId="{30A219B8-635B-4584-8299-8BB9D3A69F08}" destId="{2315A79E-2F24-4C62-862B-A3FDE7481193}" srcOrd="6" destOrd="0" presId="urn:microsoft.com/office/officeart/2018/2/layout/IconVerticalSolidList"/>
    <dgm:cxn modelId="{82798691-7C1F-45E9-83E3-E0FA9FDD4D28}" type="presParOf" srcId="{2315A79E-2F24-4C62-862B-A3FDE7481193}" destId="{AE34ED72-D76F-4401-8918-E97A288A1549}" srcOrd="0" destOrd="0" presId="urn:microsoft.com/office/officeart/2018/2/layout/IconVerticalSolidList"/>
    <dgm:cxn modelId="{C62E33CF-1948-4041-9BF8-276F4CF5E074}" type="presParOf" srcId="{2315A79E-2F24-4C62-862B-A3FDE7481193}" destId="{C8AEFAD2-5543-45D9-AD99-C9FC55A3E3EA}" srcOrd="1" destOrd="0" presId="urn:microsoft.com/office/officeart/2018/2/layout/IconVerticalSolidList"/>
    <dgm:cxn modelId="{33FD2C1F-1590-49E2-ACAD-D8917F9E7F02}" type="presParOf" srcId="{2315A79E-2F24-4C62-862B-A3FDE7481193}" destId="{AAEB16BD-FA55-40D5-8C5C-B79B3A39480C}" srcOrd="2" destOrd="0" presId="urn:microsoft.com/office/officeart/2018/2/layout/IconVerticalSolidList"/>
    <dgm:cxn modelId="{C9404332-81AA-496C-8C55-57FC56F98250}" type="presParOf" srcId="{2315A79E-2F24-4C62-862B-A3FDE7481193}" destId="{D923D663-EF5F-401A-AF51-9BBC9BCE1792}" srcOrd="3" destOrd="0" presId="urn:microsoft.com/office/officeart/2018/2/layout/IconVerticalSolidList"/>
    <dgm:cxn modelId="{1BDEFA21-1603-4095-82EF-BE7A107FF8A2}" type="presParOf" srcId="{2315A79E-2F24-4C62-862B-A3FDE7481193}" destId="{9F5902AC-0E0B-4629-A92D-BFFED7CC0E90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8BD596-DAFB-45CF-B8B7-87F939CCED20}">
      <dsp:nvSpPr>
        <dsp:cNvPr id="0" name=""/>
        <dsp:cNvSpPr/>
      </dsp:nvSpPr>
      <dsp:spPr>
        <a:xfrm>
          <a:off x="0" y="1487"/>
          <a:ext cx="99059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5EC538-8EE7-420A-9E5B-86171E21223E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D51C0-D5DD-4680-AD42-BD82C141C396}">
      <dsp:nvSpPr>
        <dsp:cNvPr id="0" name=""/>
        <dsp:cNvSpPr/>
      </dsp:nvSpPr>
      <dsp:spPr>
        <a:xfrm>
          <a:off x="870961" y="1487"/>
          <a:ext cx="4457699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/>
            <a:t>HTTP</a:t>
          </a:r>
          <a:endParaRPr lang="en-US" sz="2200" kern="1200"/>
        </a:p>
      </dsp:txBody>
      <dsp:txXfrm>
        <a:off x="870961" y="1487"/>
        <a:ext cx="4457699" cy="754078"/>
      </dsp:txXfrm>
    </dsp:sp>
    <dsp:sp modelId="{5C0BADB5-6BE3-4518-A64E-A8633E1F1FE4}">
      <dsp:nvSpPr>
        <dsp:cNvPr id="0" name=""/>
        <dsp:cNvSpPr/>
      </dsp:nvSpPr>
      <dsp:spPr>
        <a:xfrm>
          <a:off x="5328660" y="1487"/>
          <a:ext cx="4577338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Local – Mode 1</a:t>
          </a:r>
          <a:endParaRPr lang="en-US" sz="1800" kern="1200" dirty="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Local Access Point</a:t>
          </a:r>
        </a:p>
      </dsp:txBody>
      <dsp:txXfrm>
        <a:off x="5328660" y="1487"/>
        <a:ext cx="4577338" cy="754078"/>
      </dsp:txXfrm>
    </dsp:sp>
    <dsp:sp modelId="{311F3209-64F3-4FA6-85AA-F50B9FEA2583}">
      <dsp:nvSpPr>
        <dsp:cNvPr id="0" name=""/>
        <dsp:cNvSpPr/>
      </dsp:nvSpPr>
      <dsp:spPr>
        <a:xfrm>
          <a:off x="0" y="944086"/>
          <a:ext cx="99059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89B646-01FE-47BD-9FA6-DA599079F535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F2F3D2-54B8-469B-B220-10E252D6D688}">
      <dsp:nvSpPr>
        <dsp:cNvPr id="0" name=""/>
        <dsp:cNvSpPr/>
      </dsp:nvSpPr>
      <dsp:spPr>
        <a:xfrm>
          <a:off x="870961" y="944086"/>
          <a:ext cx="4457699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/>
            <a:t>MQTT</a:t>
          </a:r>
          <a:endParaRPr lang="en-US" sz="2200" kern="1200" dirty="0"/>
        </a:p>
      </dsp:txBody>
      <dsp:txXfrm>
        <a:off x="870961" y="944086"/>
        <a:ext cx="4457699" cy="754078"/>
      </dsp:txXfrm>
    </dsp:sp>
    <dsp:sp modelId="{046DD34E-BEBF-4CC1-9F38-609C7E4C9B11}">
      <dsp:nvSpPr>
        <dsp:cNvPr id="0" name=""/>
        <dsp:cNvSpPr/>
      </dsp:nvSpPr>
      <dsp:spPr>
        <a:xfrm>
          <a:off x="5328660" y="944086"/>
          <a:ext cx="4577338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Local – Via. Docker – Mode 2</a:t>
          </a:r>
          <a:endParaRPr lang="en-US" sz="1800" kern="1200" dirty="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Remote – Via. Docker + Cloudflare - Mode 3</a:t>
          </a:r>
          <a:endParaRPr lang="en-US" sz="1800" kern="1200" dirty="0"/>
        </a:p>
      </dsp:txBody>
      <dsp:txXfrm>
        <a:off x="5328660" y="944086"/>
        <a:ext cx="4577338" cy="754078"/>
      </dsp:txXfrm>
    </dsp:sp>
    <dsp:sp modelId="{B59C74BB-F734-42DB-A0AC-646B442F1175}">
      <dsp:nvSpPr>
        <dsp:cNvPr id="0" name=""/>
        <dsp:cNvSpPr/>
      </dsp:nvSpPr>
      <dsp:spPr>
        <a:xfrm>
          <a:off x="0" y="1886684"/>
          <a:ext cx="99059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CDF1EC-D954-4D8D-9736-6B6D506B8468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FE8DB0-28CD-4368-BC6B-180136E67572}">
      <dsp:nvSpPr>
        <dsp:cNvPr id="0" name=""/>
        <dsp:cNvSpPr/>
      </dsp:nvSpPr>
      <dsp:spPr>
        <a:xfrm>
          <a:off x="870961" y="1886684"/>
          <a:ext cx="4457699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LCD Display</a:t>
          </a:r>
          <a:endParaRPr lang="en-US" sz="2200" kern="1200" dirty="0"/>
        </a:p>
      </dsp:txBody>
      <dsp:txXfrm>
        <a:off x="870961" y="1886684"/>
        <a:ext cx="4457699" cy="754078"/>
      </dsp:txXfrm>
    </dsp:sp>
    <dsp:sp modelId="{77EE0132-F6BB-4770-9970-4171A038BAA5}">
      <dsp:nvSpPr>
        <dsp:cNvPr id="0" name=""/>
        <dsp:cNvSpPr/>
      </dsp:nvSpPr>
      <dsp:spPr>
        <a:xfrm>
          <a:off x="5328660" y="1886684"/>
          <a:ext cx="4577338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Local - Konstant</a:t>
          </a:r>
        </a:p>
      </dsp:txBody>
      <dsp:txXfrm>
        <a:off x="5328660" y="1886684"/>
        <a:ext cx="4577338" cy="754078"/>
      </dsp:txXfrm>
    </dsp:sp>
    <dsp:sp modelId="{AE34ED72-D76F-4401-8918-E97A288A1549}">
      <dsp:nvSpPr>
        <dsp:cNvPr id="0" name=""/>
        <dsp:cNvSpPr/>
      </dsp:nvSpPr>
      <dsp:spPr>
        <a:xfrm>
          <a:off x="0" y="2829283"/>
          <a:ext cx="99059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AEFAD2-5543-45D9-AD99-C9FC55A3E3EA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3D663-EF5F-401A-AF51-9BBC9BCE1792}">
      <dsp:nvSpPr>
        <dsp:cNvPr id="0" name=""/>
        <dsp:cNvSpPr/>
      </dsp:nvSpPr>
      <dsp:spPr>
        <a:xfrm>
          <a:off x="870961" y="2829283"/>
          <a:ext cx="4457699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Serial Monitor</a:t>
          </a:r>
        </a:p>
      </dsp:txBody>
      <dsp:txXfrm>
        <a:off x="870961" y="2829283"/>
        <a:ext cx="4457699" cy="754078"/>
      </dsp:txXfrm>
    </dsp:sp>
    <dsp:sp modelId="{9F5902AC-0E0B-4629-A92D-BFFED7CC0E90}">
      <dsp:nvSpPr>
        <dsp:cNvPr id="0" name=""/>
        <dsp:cNvSpPr/>
      </dsp:nvSpPr>
      <dsp:spPr>
        <a:xfrm>
          <a:off x="5328660" y="2829283"/>
          <a:ext cx="4577338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Local – Connected via USB</a:t>
          </a:r>
        </a:p>
      </dsp:txBody>
      <dsp:txXfrm>
        <a:off x="5328660" y="2829283"/>
        <a:ext cx="4577338" cy="7540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8640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6839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3467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2008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2998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1560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094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0791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6667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561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4150838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5926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098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 med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22270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4663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476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300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68ACACB-DD9E-4155-84BF-8E4D43DEC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" name="Rectangle 9">
              <a:extLst>
                <a:ext uri="{FF2B5EF4-FFF2-40B4-BE49-F238E27FC236}">
                  <a16:creationId xmlns:a16="http://schemas.microsoft.com/office/drawing/2014/main" id="{8A7B0AF6-6256-4262-A76E-47B08EAB9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8034A3B1-2FBE-4771-84C6-797415E99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8BEC550-9D4A-1895-FEF4-BFAF1D4D55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/>
          </a:blip>
          <a:srcRect t="29667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3AEE19-128A-4FF8-954B-A9724F42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4" name="Round Diagonal Corner Rectangle 7">
              <a:extLst>
                <a:ext uri="{FF2B5EF4-FFF2-40B4-BE49-F238E27FC236}">
                  <a16:creationId xmlns:a16="http://schemas.microsoft.com/office/drawing/2014/main" id="{80F57FCB-2163-4EF8-B6A7-023F6B877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7AB9C7F-4D09-4E13-BD9A-E5C14E37A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043B40A6-216C-4409-942A-16B4141973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6F5ED6F5-BEC7-4798-943B-12105A5178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45C6ABB9-CB59-444A-9A14-96A037BC42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C5F74DA3-506A-4911-BADD-B5DADFA9C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364BA096-7428-4C20-ABC8-CEBBC3E678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25CA3B41-F8C1-48AF-B4B0-83A0E662AA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A2E4BFFC-0D72-4691-AC6F-6D446092C8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7E81AA48-AA02-4008-9B21-B1BB050424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08B8F28E-CB03-4B11-8575-F1AB3A12A3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6F2B917E-B873-4E35-8D18-F116784B50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Freeform 32">
                <a:extLst>
                  <a:ext uri="{FF2B5EF4-FFF2-40B4-BE49-F238E27FC236}">
                    <a16:creationId xmlns:a16="http://schemas.microsoft.com/office/drawing/2014/main" id="{DA0EBFF7-C330-4AEE-806E-6A2D745425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7" name="Freeform 33">
                <a:extLst>
                  <a:ext uri="{FF2B5EF4-FFF2-40B4-BE49-F238E27FC236}">
                    <a16:creationId xmlns:a16="http://schemas.microsoft.com/office/drawing/2014/main" id="{2A66CF61-D72F-4E03-B74E-4BDD67D1CA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8" name="Freeform 34">
                <a:extLst>
                  <a:ext uri="{FF2B5EF4-FFF2-40B4-BE49-F238E27FC236}">
                    <a16:creationId xmlns:a16="http://schemas.microsoft.com/office/drawing/2014/main" id="{04DE5338-105A-4EB0-8FE2-D41DC2F984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9" name="Freeform 37">
                <a:extLst>
                  <a:ext uri="{FF2B5EF4-FFF2-40B4-BE49-F238E27FC236}">
                    <a16:creationId xmlns:a16="http://schemas.microsoft.com/office/drawing/2014/main" id="{C9A1C85F-5B5B-47FA-8C0C-66F75C2741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0" name="Freeform 35">
                <a:extLst>
                  <a:ext uri="{FF2B5EF4-FFF2-40B4-BE49-F238E27FC236}">
                    <a16:creationId xmlns:a16="http://schemas.microsoft.com/office/drawing/2014/main" id="{75F79533-DD24-4E6A-83A1-9E21DF565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Freeform 36">
                <a:extLst>
                  <a:ext uri="{FF2B5EF4-FFF2-40B4-BE49-F238E27FC236}">
                    <a16:creationId xmlns:a16="http://schemas.microsoft.com/office/drawing/2014/main" id="{376D6142-024F-4BD4-95B7-A6D05EF59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2" name="Freeform 38">
                <a:extLst>
                  <a:ext uri="{FF2B5EF4-FFF2-40B4-BE49-F238E27FC236}">
                    <a16:creationId xmlns:a16="http://schemas.microsoft.com/office/drawing/2014/main" id="{CD28FD54-698D-4BAD-92FC-2897067450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3" name="Freeform 39">
                <a:extLst>
                  <a:ext uri="{FF2B5EF4-FFF2-40B4-BE49-F238E27FC236}">
                    <a16:creationId xmlns:a16="http://schemas.microsoft.com/office/drawing/2014/main" id="{47EFA16F-61E8-404C-840D-A8AE44F51F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4" name="Freeform 40">
                <a:extLst>
                  <a:ext uri="{FF2B5EF4-FFF2-40B4-BE49-F238E27FC236}">
                    <a16:creationId xmlns:a16="http://schemas.microsoft.com/office/drawing/2014/main" id="{09E4A29B-6AEB-4F87-9189-F506B278A7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5" name="Rectangle 41">
                <a:extLst>
                  <a:ext uri="{FF2B5EF4-FFF2-40B4-BE49-F238E27FC236}">
                    <a16:creationId xmlns:a16="http://schemas.microsoft.com/office/drawing/2014/main" id="{338E5AEE-F711-46EB-9890-E720C8B85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E5750D3-4AE5-9A5D-4892-9E4624241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>
            <a:normAutofit/>
          </a:bodyPr>
          <a:lstStyle/>
          <a:p>
            <a:pPr algn="ctr"/>
            <a:r>
              <a:rPr lang="da-DK" err="1"/>
              <a:t>Iot</a:t>
            </a:r>
            <a:r>
              <a:rPr lang="da-DK"/>
              <a:t> Klima Sensor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ADABEA39-01F8-095E-FE63-493E74089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>
            <a:normAutofit/>
          </a:bodyPr>
          <a:lstStyle/>
          <a:p>
            <a:pPr algn="ctr"/>
            <a:r>
              <a:rPr lang="da-DK"/>
              <a:t>ZBC Ringsted – </a:t>
            </a:r>
            <a:r>
              <a:rPr lang="da-DK" err="1"/>
              <a:t>Datatekniker</a:t>
            </a:r>
            <a:r>
              <a:rPr lang="da-DK"/>
              <a:t> - Martin Sandgaard</a:t>
            </a:r>
          </a:p>
        </p:txBody>
      </p:sp>
    </p:spTree>
    <p:extLst>
      <p:ext uri="{BB962C8B-B14F-4D97-AF65-F5344CB8AC3E}">
        <p14:creationId xmlns:p14="http://schemas.microsoft.com/office/powerpoint/2010/main" val="16969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">
            <a:extLst>
              <a:ext uri="{FF2B5EF4-FFF2-40B4-BE49-F238E27FC236}">
                <a16:creationId xmlns:a16="http://schemas.microsoft.com/office/drawing/2014/main" id="{50C065C3-0FE3-4452-B765-CB05BBB2A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9795E515-5F57-431F-9A0D-3A0419DF7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0" name="Rectangle 5">
              <a:extLst>
                <a:ext uri="{FF2B5EF4-FFF2-40B4-BE49-F238E27FC236}">
                  <a16:creationId xmlns:a16="http://schemas.microsoft.com/office/drawing/2014/main" id="{D45BCBFE-0478-4767-BF2E-FC2C548BA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E903928F-F6DA-470C-81A0-CF7D9DE03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7">
              <a:extLst>
                <a:ext uri="{FF2B5EF4-FFF2-40B4-BE49-F238E27FC236}">
                  <a16:creationId xmlns:a16="http://schemas.microsoft.com/office/drawing/2014/main" id="{ADA095F6-E326-4450-A2D6-DB2BF989B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6B067F9A-FDF2-49EC-B4FF-CD4B90F78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F1331213-D19D-49FC-8616-168A14565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2ADFE242-96FC-4A14-8C59-90CD6DE1D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11">
              <a:extLst>
                <a:ext uri="{FF2B5EF4-FFF2-40B4-BE49-F238E27FC236}">
                  <a16:creationId xmlns:a16="http://schemas.microsoft.com/office/drawing/2014/main" id="{6A97B7BC-40BD-494B-9C6B-AF304555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12">
              <a:extLst>
                <a:ext uri="{FF2B5EF4-FFF2-40B4-BE49-F238E27FC236}">
                  <a16:creationId xmlns:a16="http://schemas.microsoft.com/office/drawing/2014/main" id="{3D7F35CF-F44C-491F-904D-A31ED8321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13">
              <a:extLst>
                <a:ext uri="{FF2B5EF4-FFF2-40B4-BE49-F238E27FC236}">
                  <a16:creationId xmlns:a16="http://schemas.microsoft.com/office/drawing/2014/main" id="{84D9BF7E-18C2-452C-B139-4ED58D7A0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700A6223-AD38-426F-A6FE-7926CAEF3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15">
              <a:extLst>
                <a:ext uri="{FF2B5EF4-FFF2-40B4-BE49-F238E27FC236}">
                  <a16:creationId xmlns:a16="http://schemas.microsoft.com/office/drawing/2014/main" id="{D172AA94-449F-45EB-94E6-67C186C32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16">
              <a:extLst>
                <a:ext uri="{FF2B5EF4-FFF2-40B4-BE49-F238E27FC236}">
                  <a16:creationId xmlns:a16="http://schemas.microsoft.com/office/drawing/2014/main" id="{A7D4F697-8937-4F4C-83C5-770B3FCB8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10AF1D59-5117-4D47-8414-4BB61F944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18">
              <a:extLst>
                <a:ext uri="{FF2B5EF4-FFF2-40B4-BE49-F238E27FC236}">
                  <a16:creationId xmlns:a16="http://schemas.microsoft.com/office/drawing/2014/main" id="{2387DC33-88B3-4718-8C94-41659EA33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D4E7EC64-4763-4F04-B2E4-E400364D7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20">
              <a:extLst>
                <a:ext uri="{FF2B5EF4-FFF2-40B4-BE49-F238E27FC236}">
                  <a16:creationId xmlns:a16="http://schemas.microsoft.com/office/drawing/2014/main" id="{581717DF-9FD4-47CB-9579-E34DF7E87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BCD8EF50-6E58-4B2D-90B6-AFF236A73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6524A268-142A-4CBF-BB8B-DC1FCBC8F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56A0E6F3-B76B-4813-B44B-56CE11A8A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24">
              <a:extLst>
                <a:ext uri="{FF2B5EF4-FFF2-40B4-BE49-F238E27FC236}">
                  <a16:creationId xmlns:a16="http://schemas.microsoft.com/office/drawing/2014/main" id="{A74CED8D-B902-4B76-9CC8-30A09B2FA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25">
              <a:extLst>
                <a:ext uri="{FF2B5EF4-FFF2-40B4-BE49-F238E27FC236}">
                  <a16:creationId xmlns:a16="http://schemas.microsoft.com/office/drawing/2014/main" id="{ED007BD7-ED56-4566-B1FF-707160024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26">
              <a:extLst>
                <a:ext uri="{FF2B5EF4-FFF2-40B4-BE49-F238E27FC236}">
                  <a16:creationId xmlns:a16="http://schemas.microsoft.com/office/drawing/2014/main" id="{90AD48D2-5BC8-4C80-B126-B1A20124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27">
              <a:extLst>
                <a:ext uri="{FF2B5EF4-FFF2-40B4-BE49-F238E27FC236}">
                  <a16:creationId xmlns:a16="http://schemas.microsoft.com/office/drawing/2014/main" id="{BE14C82F-9F35-4D61-B758-7BCE32DEC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28">
              <a:extLst>
                <a:ext uri="{FF2B5EF4-FFF2-40B4-BE49-F238E27FC236}">
                  <a16:creationId xmlns:a16="http://schemas.microsoft.com/office/drawing/2014/main" id="{6540CE06-9028-497A-AC64-CF0ED60A7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29">
              <a:extLst>
                <a:ext uri="{FF2B5EF4-FFF2-40B4-BE49-F238E27FC236}">
                  <a16:creationId xmlns:a16="http://schemas.microsoft.com/office/drawing/2014/main" id="{A4825B3B-52CD-4F08-BA02-6C2B0EFED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30">
              <a:extLst>
                <a:ext uri="{FF2B5EF4-FFF2-40B4-BE49-F238E27FC236}">
                  <a16:creationId xmlns:a16="http://schemas.microsoft.com/office/drawing/2014/main" id="{6877A5EF-B8B8-44D3-AA57-4BBF89206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6" name="Freeform 31">
              <a:extLst>
                <a:ext uri="{FF2B5EF4-FFF2-40B4-BE49-F238E27FC236}">
                  <a16:creationId xmlns:a16="http://schemas.microsoft.com/office/drawing/2014/main" id="{00BB365C-9180-4208-92CF-AB6A88848C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7" name="Freeform 32">
              <a:extLst>
                <a:ext uri="{FF2B5EF4-FFF2-40B4-BE49-F238E27FC236}">
                  <a16:creationId xmlns:a16="http://schemas.microsoft.com/office/drawing/2014/main" id="{8D1134D2-53A6-41D5-AC1A-5254A2FBD0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8" name="Rectangle 33">
              <a:extLst>
                <a:ext uri="{FF2B5EF4-FFF2-40B4-BE49-F238E27FC236}">
                  <a16:creationId xmlns:a16="http://schemas.microsoft.com/office/drawing/2014/main" id="{24C7FA73-07CD-479A-9B9E-DAD4D3B2B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9" name="Freeform 34">
              <a:extLst>
                <a:ext uri="{FF2B5EF4-FFF2-40B4-BE49-F238E27FC236}">
                  <a16:creationId xmlns:a16="http://schemas.microsoft.com/office/drawing/2014/main" id="{AB24DF92-B081-4701-B58D-913261A00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0" name="Freeform 35">
              <a:extLst>
                <a:ext uri="{FF2B5EF4-FFF2-40B4-BE49-F238E27FC236}">
                  <a16:creationId xmlns:a16="http://schemas.microsoft.com/office/drawing/2014/main" id="{AB4DF275-6B82-4AA9-A7A9-138E631E30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1" name="Freeform 36">
              <a:extLst>
                <a:ext uri="{FF2B5EF4-FFF2-40B4-BE49-F238E27FC236}">
                  <a16:creationId xmlns:a16="http://schemas.microsoft.com/office/drawing/2014/main" id="{972A3812-16AD-453E-B1E6-9F39894F7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2" name="Freeform 37">
              <a:extLst>
                <a:ext uri="{FF2B5EF4-FFF2-40B4-BE49-F238E27FC236}">
                  <a16:creationId xmlns:a16="http://schemas.microsoft.com/office/drawing/2014/main" id="{8FB6759A-BAD8-4073-86A2-6DDD73DE2A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3" name="Freeform 38">
              <a:extLst>
                <a:ext uri="{FF2B5EF4-FFF2-40B4-BE49-F238E27FC236}">
                  <a16:creationId xmlns:a16="http://schemas.microsoft.com/office/drawing/2014/main" id="{9FCCB0F4-1178-47C1-9EE2-234EA715C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4" name="Freeform 39">
              <a:extLst>
                <a:ext uri="{FF2B5EF4-FFF2-40B4-BE49-F238E27FC236}">
                  <a16:creationId xmlns:a16="http://schemas.microsoft.com/office/drawing/2014/main" id="{CB01BF0B-7EB0-4C18-80BE-20D2EAC048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5" name="Freeform 40">
              <a:extLst>
                <a:ext uri="{FF2B5EF4-FFF2-40B4-BE49-F238E27FC236}">
                  <a16:creationId xmlns:a16="http://schemas.microsoft.com/office/drawing/2014/main" id="{3266E9DA-C937-48E0-8F98-90A467760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6" name="Freeform 41">
              <a:extLst>
                <a:ext uri="{FF2B5EF4-FFF2-40B4-BE49-F238E27FC236}">
                  <a16:creationId xmlns:a16="http://schemas.microsoft.com/office/drawing/2014/main" id="{A8A9C00D-0425-4E68-A1DE-BCE5BD6BB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46230904-E744-4B55-84FF-826A6B737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8" name="Freeform 43">
              <a:extLst>
                <a:ext uri="{FF2B5EF4-FFF2-40B4-BE49-F238E27FC236}">
                  <a16:creationId xmlns:a16="http://schemas.microsoft.com/office/drawing/2014/main" id="{D4291668-8AF0-4784-BC06-870768F53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9" name="Freeform 44">
              <a:extLst>
                <a:ext uri="{FF2B5EF4-FFF2-40B4-BE49-F238E27FC236}">
                  <a16:creationId xmlns:a16="http://schemas.microsoft.com/office/drawing/2014/main" id="{D917DCBD-774B-4AAF-92AE-D18289FFC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0" name="Rectangle 45">
              <a:extLst>
                <a:ext uri="{FF2B5EF4-FFF2-40B4-BE49-F238E27FC236}">
                  <a16:creationId xmlns:a16="http://schemas.microsoft.com/office/drawing/2014/main" id="{9E50122E-0F19-4D65-9CB2-E22C3EA84A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1" name="Freeform 46">
              <a:extLst>
                <a:ext uri="{FF2B5EF4-FFF2-40B4-BE49-F238E27FC236}">
                  <a16:creationId xmlns:a16="http://schemas.microsoft.com/office/drawing/2014/main" id="{BC28A765-6E8B-4352-BD0C-35474F70A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2" name="Freeform 47">
              <a:extLst>
                <a:ext uri="{FF2B5EF4-FFF2-40B4-BE49-F238E27FC236}">
                  <a16:creationId xmlns:a16="http://schemas.microsoft.com/office/drawing/2014/main" id="{0AC30A17-F494-44EB-9817-1B8B255CE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3" name="Freeform 48">
              <a:extLst>
                <a:ext uri="{FF2B5EF4-FFF2-40B4-BE49-F238E27FC236}">
                  <a16:creationId xmlns:a16="http://schemas.microsoft.com/office/drawing/2014/main" id="{6088D59F-32BD-4932-9C22-9AA0FCDA74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4" name="Freeform 49">
              <a:extLst>
                <a:ext uri="{FF2B5EF4-FFF2-40B4-BE49-F238E27FC236}">
                  <a16:creationId xmlns:a16="http://schemas.microsoft.com/office/drawing/2014/main" id="{B18BBE45-5F21-47FA-B291-AC802D715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5" name="Freeform 50">
              <a:extLst>
                <a:ext uri="{FF2B5EF4-FFF2-40B4-BE49-F238E27FC236}">
                  <a16:creationId xmlns:a16="http://schemas.microsoft.com/office/drawing/2014/main" id="{A1BD992D-1C4B-4E69-A627-A45D8958E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6" name="Freeform 51">
              <a:extLst>
                <a:ext uri="{FF2B5EF4-FFF2-40B4-BE49-F238E27FC236}">
                  <a16:creationId xmlns:a16="http://schemas.microsoft.com/office/drawing/2014/main" id="{571C0498-7105-455E-8B0A-233F850F1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7" name="Freeform 52">
              <a:extLst>
                <a:ext uri="{FF2B5EF4-FFF2-40B4-BE49-F238E27FC236}">
                  <a16:creationId xmlns:a16="http://schemas.microsoft.com/office/drawing/2014/main" id="{F6FA78CC-C0B1-422F-B535-05580A971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8" name="Freeform 53">
              <a:extLst>
                <a:ext uri="{FF2B5EF4-FFF2-40B4-BE49-F238E27FC236}">
                  <a16:creationId xmlns:a16="http://schemas.microsoft.com/office/drawing/2014/main" id="{49A1BACF-EE5E-46F8-8968-D4CF18BC0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9" name="Freeform 54">
              <a:extLst>
                <a:ext uri="{FF2B5EF4-FFF2-40B4-BE49-F238E27FC236}">
                  <a16:creationId xmlns:a16="http://schemas.microsoft.com/office/drawing/2014/main" id="{0AF8DFAF-8AF7-453E-AED7-89E59FBD7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0" name="Freeform 55">
              <a:extLst>
                <a:ext uri="{FF2B5EF4-FFF2-40B4-BE49-F238E27FC236}">
                  <a16:creationId xmlns:a16="http://schemas.microsoft.com/office/drawing/2014/main" id="{F8C26D97-8DA4-4556-92E4-2AE66B36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1" name="Freeform 56">
              <a:extLst>
                <a:ext uri="{FF2B5EF4-FFF2-40B4-BE49-F238E27FC236}">
                  <a16:creationId xmlns:a16="http://schemas.microsoft.com/office/drawing/2014/main" id="{EEF9D855-A8A7-44CC-919C-BEA327F254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2" name="Freeform 57">
              <a:extLst>
                <a:ext uri="{FF2B5EF4-FFF2-40B4-BE49-F238E27FC236}">
                  <a16:creationId xmlns:a16="http://schemas.microsoft.com/office/drawing/2014/main" id="{11F0B045-803C-4067-A182-066EEB2C4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3" name="Freeform 58">
              <a:extLst>
                <a:ext uri="{FF2B5EF4-FFF2-40B4-BE49-F238E27FC236}">
                  <a16:creationId xmlns:a16="http://schemas.microsoft.com/office/drawing/2014/main" id="{3C1FCACB-EFEF-4B54-99A6-E327A637C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68ACACB-DD9E-4155-84BF-8E4D43DEC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96" name="Rectangle 95">
              <a:extLst>
                <a:ext uri="{FF2B5EF4-FFF2-40B4-BE49-F238E27FC236}">
                  <a16:creationId xmlns:a16="http://schemas.microsoft.com/office/drawing/2014/main" id="{8A7B0AF6-6256-4262-A76E-47B08EAB9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7" name="Picture 2">
              <a:extLst>
                <a:ext uri="{FF2B5EF4-FFF2-40B4-BE49-F238E27FC236}">
                  <a16:creationId xmlns:a16="http://schemas.microsoft.com/office/drawing/2014/main" id="{8034A3B1-2FBE-4771-84C6-797415E99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2" name="Picture 19" descr="En væg, der er malet med en pil og en målskiven">
            <a:extLst>
              <a:ext uri="{FF2B5EF4-FFF2-40B4-BE49-F238E27FC236}">
                <a16:creationId xmlns:a16="http://schemas.microsoft.com/office/drawing/2014/main" id="{9EC0CEDB-4528-BFB1-C520-06BEEF3236B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/>
          </a:blip>
          <a:srcRect t="10154" b="11152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BF3AEE19-128A-4FF8-954B-A9724F42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00" name="Round Diagonal Corner Rectangle 7">
              <a:extLst>
                <a:ext uri="{FF2B5EF4-FFF2-40B4-BE49-F238E27FC236}">
                  <a16:creationId xmlns:a16="http://schemas.microsoft.com/office/drawing/2014/main" id="{80F57FCB-2163-4EF8-B6A7-023F6B877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77AB9C7F-4D09-4E13-BD9A-E5C14E37A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02" name="Freeform 32">
                <a:extLst>
                  <a:ext uri="{FF2B5EF4-FFF2-40B4-BE49-F238E27FC236}">
                    <a16:creationId xmlns:a16="http://schemas.microsoft.com/office/drawing/2014/main" id="{043B40A6-216C-4409-942A-16B4141973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3" name="Freeform 33">
                <a:extLst>
                  <a:ext uri="{FF2B5EF4-FFF2-40B4-BE49-F238E27FC236}">
                    <a16:creationId xmlns:a16="http://schemas.microsoft.com/office/drawing/2014/main" id="{6F5ED6F5-BEC7-4798-943B-12105A5178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4" name="Freeform 34">
                <a:extLst>
                  <a:ext uri="{FF2B5EF4-FFF2-40B4-BE49-F238E27FC236}">
                    <a16:creationId xmlns:a16="http://schemas.microsoft.com/office/drawing/2014/main" id="{45C6ABB9-CB59-444A-9A14-96A037BC42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5" name="Freeform 37">
                <a:extLst>
                  <a:ext uri="{FF2B5EF4-FFF2-40B4-BE49-F238E27FC236}">
                    <a16:creationId xmlns:a16="http://schemas.microsoft.com/office/drawing/2014/main" id="{C5F74DA3-506A-4911-BADD-B5DADFA9C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6" name="Freeform 35">
                <a:extLst>
                  <a:ext uri="{FF2B5EF4-FFF2-40B4-BE49-F238E27FC236}">
                    <a16:creationId xmlns:a16="http://schemas.microsoft.com/office/drawing/2014/main" id="{364BA096-7428-4C20-ABC8-CEBBC3E678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7" name="Freeform 36">
                <a:extLst>
                  <a:ext uri="{FF2B5EF4-FFF2-40B4-BE49-F238E27FC236}">
                    <a16:creationId xmlns:a16="http://schemas.microsoft.com/office/drawing/2014/main" id="{25CA3B41-F8C1-48AF-B4B0-83A0E662AA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8" name="Freeform 38">
                <a:extLst>
                  <a:ext uri="{FF2B5EF4-FFF2-40B4-BE49-F238E27FC236}">
                    <a16:creationId xmlns:a16="http://schemas.microsoft.com/office/drawing/2014/main" id="{A2E4BFFC-0D72-4691-AC6F-6D446092C8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9" name="Freeform 39">
                <a:extLst>
                  <a:ext uri="{FF2B5EF4-FFF2-40B4-BE49-F238E27FC236}">
                    <a16:creationId xmlns:a16="http://schemas.microsoft.com/office/drawing/2014/main" id="{7E81AA48-AA02-4008-9B21-B1BB050424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0" name="Freeform 40">
                <a:extLst>
                  <a:ext uri="{FF2B5EF4-FFF2-40B4-BE49-F238E27FC236}">
                    <a16:creationId xmlns:a16="http://schemas.microsoft.com/office/drawing/2014/main" id="{08B8F28E-CB03-4B11-8575-F1AB3A12A3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1" name="Rectangle 41">
                <a:extLst>
                  <a:ext uri="{FF2B5EF4-FFF2-40B4-BE49-F238E27FC236}">
                    <a16:creationId xmlns:a16="http://schemas.microsoft.com/office/drawing/2014/main" id="{6F2B917E-B873-4E35-8D18-F116784B50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2" name="Freeform 32">
                <a:extLst>
                  <a:ext uri="{FF2B5EF4-FFF2-40B4-BE49-F238E27FC236}">
                    <a16:creationId xmlns:a16="http://schemas.microsoft.com/office/drawing/2014/main" id="{DA0EBFF7-C330-4AEE-806E-6A2D745425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3" name="Freeform 33">
                <a:extLst>
                  <a:ext uri="{FF2B5EF4-FFF2-40B4-BE49-F238E27FC236}">
                    <a16:creationId xmlns:a16="http://schemas.microsoft.com/office/drawing/2014/main" id="{2A66CF61-D72F-4E03-B74E-4BDD67D1CA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4" name="Freeform 34">
                <a:extLst>
                  <a:ext uri="{FF2B5EF4-FFF2-40B4-BE49-F238E27FC236}">
                    <a16:creationId xmlns:a16="http://schemas.microsoft.com/office/drawing/2014/main" id="{04DE5338-105A-4EB0-8FE2-D41DC2F984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5" name="Freeform 37">
                <a:extLst>
                  <a:ext uri="{FF2B5EF4-FFF2-40B4-BE49-F238E27FC236}">
                    <a16:creationId xmlns:a16="http://schemas.microsoft.com/office/drawing/2014/main" id="{C9A1C85F-5B5B-47FA-8C0C-66F75C2741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6" name="Freeform 35">
                <a:extLst>
                  <a:ext uri="{FF2B5EF4-FFF2-40B4-BE49-F238E27FC236}">
                    <a16:creationId xmlns:a16="http://schemas.microsoft.com/office/drawing/2014/main" id="{75F79533-DD24-4E6A-83A1-9E21DF565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7" name="Freeform 36">
                <a:extLst>
                  <a:ext uri="{FF2B5EF4-FFF2-40B4-BE49-F238E27FC236}">
                    <a16:creationId xmlns:a16="http://schemas.microsoft.com/office/drawing/2014/main" id="{376D6142-024F-4BD4-95B7-A6D05EF59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8" name="Freeform 38">
                <a:extLst>
                  <a:ext uri="{FF2B5EF4-FFF2-40B4-BE49-F238E27FC236}">
                    <a16:creationId xmlns:a16="http://schemas.microsoft.com/office/drawing/2014/main" id="{CD28FD54-698D-4BAD-92FC-2897067450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9" name="Freeform 39">
                <a:extLst>
                  <a:ext uri="{FF2B5EF4-FFF2-40B4-BE49-F238E27FC236}">
                    <a16:creationId xmlns:a16="http://schemas.microsoft.com/office/drawing/2014/main" id="{47EFA16F-61E8-404C-840D-A8AE44F51F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0" name="Freeform 40">
                <a:extLst>
                  <a:ext uri="{FF2B5EF4-FFF2-40B4-BE49-F238E27FC236}">
                    <a16:creationId xmlns:a16="http://schemas.microsoft.com/office/drawing/2014/main" id="{09E4A29B-6AEB-4F87-9189-F506B278A7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1" name="Rectangle 41">
                <a:extLst>
                  <a:ext uri="{FF2B5EF4-FFF2-40B4-BE49-F238E27FC236}">
                    <a16:creationId xmlns:a16="http://schemas.microsoft.com/office/drawing/2014/main" id="{338E5AEE-F711-46EB-9890-E720C8B85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90A8CC6-AAB2-B90E-CDBC-2C2E418CC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328334"/>
            <a:ext cx="6858000" cy="1367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Projektets mål</a:t>
            </a:r>
          </a:p>
        </p:txBody>
      </p:sp>
    </p:spTree>
    <p:extLst>
      <p:ext uri="{BB962C8B-B14F-4D97-AF65-F5344CB8AC3E}">
        <p14:creationId xmlns:p14="http://schemas.microsoft.com/office/powerpoint/2010/main" val="44316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16965-EFF5-AD1D-B092-E5D98605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At kunne fremstille et </a:t>
            </a:r>
            <a:r>
              <a:rPr lang="da-DK" dirty="0" err="1"/>
              <a:t>iot</a:t>
            </a:r>
            <a:r>
              <a:rPr lang="da-DK" dirty="0"/>
              <a:t> </a:t>
            </a:r>
            <a:r>
              <a:rPr lang="da-DK" dirty="0" err="1"/>
              <a:t>device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83376EC-C8E6-BD11-33A5-93142AFD91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Design af sensor hub</a:t>
            </a:r>
          </a:p>
          <a:p>
            <a:pPr lvl="1"/>
            <a:r>
              <a:rPr lang="da-DK" dirty="0"/>
              <a:t>Hvilke sensorer var til rådighed</a:t>
            </a:r>
          </a:p>
          <a:p>
            <a:pPr lvl="1"/>
            <a:r>
              <a:rPr lang="da-DK" dirty="0"/>
              <a:t>Hvilke var relevante</a:t>
            </a:r>
          </a:p>
          <a:p>
            <a:r>
              <a:rPr lang="da-DK" dirty="0"/>
              <a:t>Data indsamling</a:t>
            </a:r>
          </a:p>
          <a:p>
            <a:pPr lvl="1"/>
            <a:r>
              <a:rPr lang="da-DK" dirty="0"/>
              <a:t>Hvad kunne lade sig gøre</a:t>
            </a:r>
          </a:p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E74262E-197C-3325-B59D-2957F0DC91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a-DK" dirty="0"/>
              <a:t>Data overførsel</a:t>
            </a:r>
          </a:p>
          <a:p>
            <a:pPr lvl="1"/>
            <a:r>
              <a:rPr lang="da-DK" dirty="0"/>
              <a:t>Hvordan kunne jeg gøre det</a:t>
            </a:r>
          </a:p>
          <a:p>
            <a:r>
              <a:rPr lang="da-DK" dirty="0"/>
              <a:t>Data præsentation</a:t>
            </a:r>
          </a:p>
          <a:p>
            <a:pPr lvl="1"/>
            <a:r>
              <a:rPr lang="da-DK" dirty="0"/>
              <a:t>Hvordan kunne data gøres brugbar</a:t>
            </a:r>
          </a:p>
        </p:txBody>
      </p:sp>
    </p:spTree>
    <p:extLst>
      <p:ext uri="{BB962C8B-B14F-4D97-AF65-F5344CB8AC3E}">
        <p14:creationId xmlns:p14="http://schemas.microsoft.com/office/powerpoint/2010/main" val="1452615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50C065C3-0FE3-4452-B765-CB05BBB2A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795E515-5F57-431F-9A0D-3A0419DF7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D45BCBFE-0478-4767-BF2E-FC2C548BA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E903928F-F6DA-470C-81A0-CF7D9DE03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ADA095F6-E326-4450-A2D6-DB2BF989B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Rectangle 8">
              <a:extLst>
                <a:ext uri="{FF2B5EF4-FFF2-40B4-BE49-F238E27FC236}">
                  <a16:creationId xmlns:a16="http://schemas.microsoft.com/office/drawing/2014/main" id="{6B067F9A-FDF2-49EC-B4FF-CD4B90F78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F1331213-D19D-49FC-8616-168A14565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ADFE242-96FC-4A14-8C59-90CD6DE1D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6A97B7BC-40BD-494B-9C6B-AF304555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3D7F35CF-F44C-491F-904D-A31ED8321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84D9BF7E-18C2-452C-B139-4ED58D7A0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700A6223-AD38-426F-A6FE-7926CAEF3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D172AA94-449F-45EB-94E6-67C186C32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A7D4F697-8937-4F4C-83C5-770B3FCB8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10AF1D59-5117-4D47-8414-4BB61F944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2387DC33-88B3-4718-8C94-41659EA33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4E7EC64-4763-4F04-B2E4-E400364D7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581717DF-9FD4-47CB-9579-E34DF7E87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BCD8EF50-6E58-4B2D-90B6-AFF236A73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6524A268-142A-4CBF-BB8B-DC1FCBC8F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56A0E6F3-B76B-4813-B44B-56CE11A8A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A74CED8D-B902-4B76-9CC8-30A09B2FA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D007BD7-ED56-4566-B1FF-707160024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90AD48D2-5BC8-4C80-B126-B1A20124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BE14C82F-9F35-4D61-B758-7BCE32DEC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6540CE06-9028-497A-AC64-CF0ED60A7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A4825B3B-52CD-4F08-BA02-6C2B0EFED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6877A5EF-B8B8-44D3-AA57-4BBF89206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00BB365C-9180-4208-92CF-AB6A88848C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D1134D2-53A6-41D5-AC1A-5254A2FBD0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Rectangle 33">
              <a:extLst>
                <a:ext uri="{FF2B5EF4-FFF2-40B4-BE49-F238E27FC236}">
                  <a16:creationId xmlns:a16="http://schemas.microsoft.com/office/drawing/2014/main" id="{24C7FA73-07CD-479A-9B9E-DAD4D3B2B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34">
              <a:extLst>
                <a:ext uri="{FF2B5EF4-FFF2-40B4-BE49-F238E27FC236}">
                  <a16:creationId xmlns:a16="http://schemas.microsoft.com/office/drawing/2014/main" id="{AB24DF92-B081-4701-B58D-913261A00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Freeform 35">
              <a:extLst>
                <a:ext uri="{FF2B5EF4-FFF2-40B4-BE49-F238E27FC236}">
                  <a16:creationId xmlns:a16="http://schemas.microsoft.com/office/drawing/2014/main" id="{AB4DF275-6B82-4AA9-A7A9-138E631E30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36">
              <a:extLst>
                <a:ext uri="{FF2B5EF4-FFF2-40B4-BE49-F238E27FC236}">
                  <a16:creationId xmlns:a16="http://schemas.microsoft.com/office/drawing/2014/main" id="{972A3812-16AD-453E-B1E6-9F39894F7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37">
              <a:extLst>
                <a:ext uri="{FF2B5EF4-FFF2-40B4-BE49-F238E27FC236}">
                  <a16:creationId xmlns:a16="http://schemas.microsoft.com/office/drawing/2014/main" id="{8FB6759A-BAD8-4073-86A2-6DDD73DE2A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38">
              <a:extLst>
                <a:ext uri="{FF2B5EF4-FFF2-40B4-BE49-F238E27FC236}">
                  <a16:creationId xmlns:a16="http://schemas.microsoft.com/office/drawing/2014/main" id="{9FCCB0F4-1178-47C1-9EE2-234EA715C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39">
              <a:extLst>
                <a:ext uri="{FF2B5EF4-FFF2-40B4-BE49-F238E27FC236}">
                  <a16:creationId xmlns:a16="http://schemas.microsoft.com/office/drawing/2014/main" id="{CB01BF0B-7EB0-4C18-80BE-20D2EAC048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40">
              <a:extLst>
                <a:ext uri="{FF2B5EF4-FFF2-40B4-BE49-F238E27FC236}">
                  <a16:creationId xmlns:a16="http://schemas.microsoft.com/office/drawing/2014/main" id="{3266E9DA-C937-48E0-8F98-90A467760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41">
              <a:extLst>
                <a:ext uri="{FF2B5EF4-FFF2-40B4-BE49-F238E27FC236}">
                  <a16:creationId xmlns:a16="http://schemas.microsoft.com/office/drawing/2014/main" id="{A8A9C00D-0425-4E68-A1DE-BCE5BD6BB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42">
              <a:extLst>
                <a:ext uri="{FF2B5EF4-FFF2-40B4-BE49-F238E27FC236}">
                  <a16:creationId xmlns:a16="http://schemas.microsoft.com/office/drawing/2014/main" id="{46230904-E744-4B55-84FF-826A6B737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43">
              <a:extLst>
                <a:ext uri="{FF2B5EF4-FFF2-40B4-BE49-F238E27FC236}">
                  <a16:creationId xmlns:a16="http://schemas.microsoft.com/office/drawing/2014/main" id="{D4291668-8AF0-4784-BC06-870768F53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Freeform 44">
              <a:extLst>
                <a:ext uri="{FF2B5EF4-FFF2-40B4-BE49-F238E27FC236}">
                  <a16:creationId xmlns:a16="http://schemas.microsoft.com/office/drawing/2014/main" id="{D917DCBD-774B-4AAF-92AE-D18289FFC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Rectangle 45">
              <a:extLst>
                <a:ext uri="{FF2B5EF4-FFF2-40B4-BE49-F238E27FC236}">
                  <a16:creationId xmlns:a16="http://schemas.microsoft.com/office/drawing/2014/main" id="{9E50122E-0F19-4D65-9CB2-E22C3EA84A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46">
              <a:extLst>
                <a:ext uri="{FF2B5EF4-FFF2-40B4-BE49-F238E27FC236}">
                  <a16:creationId xmlns:a16="http://schemas.microsoft.com/office/drawing/2014/main" id="{BC28A765-6E8B-4352-BD0C-35474F70A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47">
              <a:extLst>
                <a:ext uri="{FF2B5EF4-FFF2-40B4-BE49-F238E27FC236}">
                  <a16:creationId xmlns:a16="http://schemas.microsoft.com/office/drawing/2014/main" id="{0AC30A17-F494-44EB-9817-1B8B255CE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48">
              <a:extLst>
                <a:ext uri="{FF2B5EF4-FFF2-40B4-BE49-F238E27FC236}">
                  <a16:creationId xmlns:a16="http://schemas.microsoft.com/office/drawing/2014/main" id="{6088D59F-32BD-4932-9C22-9AA0FCDA74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49">
              <a:extLst>
                <a:ext uri="{FF2B5EF4-FFF2-40B4-BE49-F238E27FC236}">
                  <a16:creationId xmlns:a16="http://schemas.microsoft.com/office/drawing/2014/main" id="{B18BBE45-5F21-47FA-B291-AC802D715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50">
              <a:extLst>
                <a:ext uri="{FF2B5EF4-FFF2-40B4-BE49-F238E27FC236}">
                  <a16:creationId xmlns:a16="http://schemas.microsoft.com/office/drawing/2014/main" id="{A1BD992D-1C4B-4E69-A627-A45D8958E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51">
              <a:extLst>
                <a:ext uri="{FF2B5EF4-FFF2-40B4-BE49-F238E27FC236}">
                  <a16:creationId xmlns:a16="http://schemas.microsoft.com/office/drawing/2014/main" id="{571C0498-7105-455E-8B0A-233F850F1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52">
              <a:extLst>
                <a:ext uri="{FF2B5EF4-FFF2-40B4-BE49-F238E27FC236}">
                  <a16:creationId xmlns:a16="http://schemas.microsoft.com/office/drawing/2014/main" id="{F6FA78CC-C0B1-422F-B535-05580A971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53">
              <a:extLst>
                <a:ext uri="{FF2B5EF4-FFF2-40B4-BE49-F238E27FC236}">
                  <a16:creationId xmlns:a16="http://schemas.microsoft.com/office/drawing/2014/main" id="{49A1BACF-EE5E-46F8-8968-D4CF18BC0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54">
              <a:extLst>
                <a:ext uri="{FF2B5EF4-FFF2-40B4-BE49-F238E27FC236}">
                  <a16:creationId xmlns:a16="http://schemas.microsoft.com/office/drawing/2014/main" id="{0AF8DFAF-8AF7-453E-AED7-89E59FBD7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55">
              <a:extLst>
                <a:ext uri="{FF2B5EF4-FFF2-40B4-BE49-F238E27FC236}">
                  <a16:creationId xmlns:a16="http://schemas.microsoft.com/office/drawing/2014/main" id="{F8C26D97-8DA4-4556-92E4-2AE66B36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56">
              <a:extLst>
                <a:ext uri="{FF2B5EF4-FFF2-40B4-BE49-F238E27FC236}">
                  <a16:creationId xmlns:a16="http://schemas.microsoft.com/office/drawing/2014/main" id="{EEF9D855-A8A7-44CC-919C-BEA327F254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57">
              <a:extLst>
                <a:ext uri="{FF2B5EF4-FFF2-40B4-BE49-F238E27FC236}">
                  <a16:creationId xmlns:a16="http://schemas.microsoft.com/office/drawing/2014/main" id="{11F0B045-803C-4067-A182-066EEB2C4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6" name="Freeform 58">
              <a:extLst>
                <a:ext uri="{FF2B5EF4-FFF2-40B4-BE49-F238E27FC236}">
                  <a16:creationId xmlns:a16="http://schemas.microsoft.com/office/drawing/2014/main" id="{3C1FCACB-EFEF-4B54-99A6-E327A637C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D579530-1077-46B3-BD5C-81BB270A1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9" name="Rectangle 68">
              <a:extLst>
                <a:ext uri="{FF2B5EF4-FFF2-40B4-BE49-F238E27FC236}">
                  <a16:creationId xmlns:a16="http://schemas.microsoft.com/office/drawing/2014/main" id="{ACBB106A-B366-4349-B59F-E8FBDADD8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0" name="Picture 2">
              <a:extLst>
                <a:ext uri="{FF2B5EF4-FFF2-40B4-BE49-F238E27FC236}">
                  <a16:creationId xmlns:a16="http://schemas.microsoft.com/office/drawing/2014/main" id="{113FC03B-24E4-4A3F-9626-CC7F6356BC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Elektronisk kredsløbskort">
            <a:extLst>
              <a:ext uri="{FF2B5EF4-FFF2-40B4-BE49-F238E27FC236}">
                <a16:creationId xmlns:a16="http://schemas.microsoft.com/office/drawing/2014/main" id="{B8A0CB88-CF66-378B-C614-C8196DA1BBA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rcRect t="15705"/>
          <a:stretch>
            <a:fillRect/>
          </a:stretch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83F79A5F-63B5-4802-B39B-BF0F89DDD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73" name="Round Diagonal Corner Rectangle 7">
              <a:extLst>
                <a:ext uri="{FF2B5EF4-FFF2-40B4-BE49-F238E27FC236}">
                  <a16:creationId xmlns:a16="http://schemas.microsoft.com/office/drawing/2014/main" id="{00D14BF7-A799-4EDA-8C19-CED0B8EC5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F292344-73C8-4E53-85C0-8CDB23EB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75" name="Freeform 32">
                <a:extLst>
                  <a:ext uri="{FF2B5EF4-FFF2-40B4-BE49-F238E27FC236}">
                    <a16:creationId xmlns:a16="http://schemas.microsoft.com/office/drawing/2014/main" id="{4781E776-A0A7-4FB6-958B-8389BBA569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6" name="Freeform 33">
                <a:extLst>
                  <a:ext uri="{FF2B5EF4-FFF2-40B4-BE49-F238E27FC236}">
                    <a16:creationId xmlns:a16="http://schemas.microsoft.com/office/drawing/2014/main" id="{0F004D56-F177-45BC-8965-B72DB88A0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7" name="Freeform 34">
                <a:extLst>
                  <a:ext uri="{FF2B5EF4-FFF2-40B4-BE49-F238E27FC236}">
                    <a16:creationId xmlns:a16="http://schemas.microsoft.com/office/drawing/2014/main" id="{5F2F1F83-817B-4678-B0AE-8FFDC49FC8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8" name="Freeform 37">
                <a:extLst>
                  <a:ext uri="{FF2B5EF4-FFF2-40B4-BE49-F238E27FC236}">
                    <a16:creationId xmlns:a16="http://schemas.microsoft.com/office/drawing/2014/main" id="{F908EB47-32F4-4E82-BF56-FD25BB0747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9" name="Freeform 35">
                <a:extLst>
                  <a:ext uri="{FF2B5EF4-FFF2-40B4-BE49-F238E27FC236}">
                    <a16:creationId xmlns:a16="http://schemas.microsoft.com/office/drawing/2014/main" id="{0966000D-B975-4E8A-9BF2-EACF216405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0" name="Freeform 36">
                <a:extLst>
                  <a:ext uri="{FF2B5EF4-FFF2-40B4-BE49-F238E27FC236}">
                    <a16:creationId xmlns:a16="http://schemas.microsoft.com/office/drawing/2014/main" id="{A9554499-6796-4AEE-B012-34A5B9A585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1" name="Freeform 38">
                <a:extLst>
                  <a:ext uri="{FF2B5EF4-FFF2-40B4-BE49-F238E27FC236}">
                    <a16:creationId xmlns:a16="http://schemas.microsoft.com/office/drawing/2014/main" id="{9DD40864-34BD-491F-B591-180E7B32C1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2" name="Freeform 39">
                <a:extLst>
                  <a:ext uri="{FF2B5EF4-FFF2-40B4-BE49-F238E27FC236}">
                    <a16:creationId xmlns:a16="http://schemas.microsoft.com/office/drawing/2014/main" id="{2623F54C-4373-4D30-90DB-3129BDDF54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3" name="Freeform 40">
                <a:extLst>
                  <a:ext uri="{FF2B5EF4-FFF2-40B4-BE49-F238E27FC236}">
                    <a16:creationId xmlns:a16="http://schemas.microsoft.com/office/drawing/2014/main" id="{1FF42884-D4B2-462F-9FA7-4FA8925322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4" name="Rectangle 41">
                <a:extLst>
                  <a:ext uri="{FF2B5EF4-FFF2-40B4-BE49-F238E27FC236}">
                    <a16:creationId xmlns:a16="http://schemas.microsoft.com/office/drawing/2014/main" id="{27F4D4BA-37F5-4D54-BDFF-733F621D5D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5" name="Freeform 32">
                <a:extLst>
                  <a:ext uri="{FF2B5EF4-FFF2-40B4-BE49-F238E27FC236}">
                    <a16:creationId xmlns:a16="http://schemas.microsoft.com/office/drawing/2014/main" id="{29E4A0E5-0441-4563-A947-12A5781105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6" name="Freeform 33">
                <a:extLst>
                  <a:ext uri="{FF2B5EF4-FFF2-40B4-BE49-F238E27FC236}">
                    <a16:creationId xmlns:a16="http://schemas.microsoft.com/office/drawing/2014/main" id="{4A8D89B4-AD1B-410A-870B-1042E075A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7" name="Freeform 34">
                <a:extLst>
                  <a:ext uri="{FF2B5EF4-FFF2-40B4-BE49-F238E27FC236}">
                    <a16:creationId xmlns:a16="http://schemas.microsoft.com/office/drawing/2014/main" id="{DFC54570-9F45-44E6-AC94-4B3192D44B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8" name="Freeform 37">
                <a:extLst>
                  <a:ext uri="{FF2B5EF4-FFF2-40B4-BE49-F238E27FC236}">
                    <a16:creationId xmlns:a16="http://schemas.microsoft.com/office/drawing/2014/main" id="{A976F76C-4BBB-4CD4-9270-5E4E8802BF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89" name="Freeform 35">
                <a:extLst>
                  <a:ext uri="{FF2B5EF4-FFF2-40B4-BE49-F238E27FC236}">
                    <a16:creationId xmlns:a16="http://schemas.microsoft.com/office/drawing/2014/main" id="{06081E5F-35E2-4E9E-A0DA-9E2F769C4C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90" name="Freeform 36">
                <a:extLst>
                  <a:ext uri="{FF2B5EF4-FFF2-40B4-BE49-F238E27FC236}">
                    <a16:creationId xmlns:a16="http://schemas.microsoft.com/office/drawing/2014/main" id="{7B7B4F78-1391-433D-AAE5-0FA8B8EE18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91" name="Freeform 38">
                <a:extLst>
                  <a:ext uri="{FF2B5EF4-FFF2-40B4-BE49-F238E27FC236}">
                    <a16:creationId xmlns:a16="http://schemas.microsoft.com/office/drawing/2014/main" id="{EF63F42B-29ED-4285-99D1-5FA657DA92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92" name="Freeform 39">
                <a:extLst>
                  <a:ext uri="{FF2B5EF4-FFF2-40B4-BE49-F238E27FC236}">
                    <a16:creationId xmlns:a16="http://schemas.microsoft.com/office/drawing/2014/main" id="{EB7A6053-A7CF-4785-B396-6F70D6EBE9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93" name="Freeform 40">
                <a:extLst>
                  <a:ext uri="{FF2B5EF4-FFF2-40B4-BE49-F238E27FC236}">
                    <a16:creationId xmlns:a16="http://schemas.microsoft.com/office/drawing/2014/main" id="{E6337518-A10D-47A5-BD86-6D1F3FAF3C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94" name="Rectangle 41">
                <a:extLst>
                  <a:ext uri="{FF2B5EF4-FFF2-40B4-BE49-F238E27FC236}">
                    <a16:creationId xmlns:a16="http://schemas.microsoft.com/office/drawing/2014/main" id="{7591C37F-6498-4992-992D-D413A84752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0C6BE568-6ECF-BA6D-D138-2BB3D758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328334"/>
            <a:ext cx="6858000" cy="1367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Design af sensor hub</a:t>
            </a:r>
          </a:p>
        </p:txBody>
      </p:sp>
    </p:spTree>
    <p:extLst>
      <p:ext uri="{BB962C8B-B14F-4D97-AF65-F5344CB8AC3E}">
        <p14:creationId xmlns:p14="http://schemas.microsoft.com/office/powerpoint/2010/main" val="2996386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E81D4-19FD-3983-DFBC-9187C13C9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7617" y="198782"/>
            <a:ext cx="3209717" cy="1557130"/>
          </a:xfrm>
        </p:spPr>
        <p:txBody>
          <a:bodyPr>
            <a:normAutofit fontScale="90000"/>
          </a:bodyPr>
          <a:lstStyle/>
          <a:p>
            <a:r>
              <a:rPr lang="da-DK" dirty="0"/>
              <a:t>Relevante, tilgængelige sensorer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AFB82C9D-9959-CD31-50A9-DDCD199D0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69221"/>
              </p:ext>
            </p:extLst>
          </p:nvPr>
        </p:nvGraphicFramePr>
        <p:xfrm>
          <a:off x="1828800" y="1890805"/>
          <a:ext cx="9170505" cy="426583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56835">
                  <a:extLst>
                    <a:ext uri="{9D8B030D-6E8A-4147-A177-3AD203B41FA5}">
                      <a16:colId xmlns:a16="http://schemas.microsoft.com/office/drawing/2014/main" val="275891680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335601878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1158152456"/>
                    </a:ext>
                  </a:extLst>
                </a:gridCol>
              </a:tblGrid>
              <a:tr h="334575">
                <a:tc>
                  <a:txBody>
                    <a:bodyPr/>
                    <a:lstStyle/>
                    <a:p>
                      <a:r>
                        <a:rPr lang="da-DK" sz="1600" dirty="0"/>
                        <a:t>Sensor navn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Måler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Enhed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113757048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LDR (Light Dependent Resistor) LM393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Lys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Analog volt =&gt; Lux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198555822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Ky-38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 + Registrering af klap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Lydniveau(</a:t>
                      </a:r>
                      <a:r>
                        <a:rPr lang="da-DK" sz="1400" dirty="0" err="1"/>
                        <a:t>custom</a:t>
                      </a:r>
                      <a:r>
                        <a:rPr lang="da-DK" sz="1400" dirty="0"/>
                        <a:t> </a:t>
                      </a:r>
                      <a:r>
                        <a:rPr lang="da-DK" sz="1400" dirty="0" err="1"/>
                        <a:t>levels</a:t>
                      </a:r>
                      <a:r>
                        <a:rPr lang="da-DK" sz="1400" dirty="0"/>
                        <a:t>): 1-15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959908491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dirty="0"/>
                        <a:t>DHT11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Fugt+Temperatur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Hvor meget vand luften holder vs. Hvor meget den kan holde, i procent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493960824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DS18B20 </a:t>
                      </a:r>
                      <a:r>
                        <a:rPr lang="da-DK" sz="1400" dirty="0" err="1"/>
                        <a:t>Temperature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Temperatur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Celsius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598744165"/>
                  </a:ext>
                </a:extLst>
              </a:tr>
              <a:tr h="836437">
                <a:tc>
                  <a:txBody>
                    <a:bodyPr/>
                    <a:lstStyle/>
                    <a:p>
                      <a:r>
                        <a:rPr lang="da-DK" sz="1400" dirty="0"/>
                        <a:t>Metal </a:t>
                      </a:r>
                      <a:r>
                        <a:rPr lang="da-DK" sz="1400" dirty="0" err="1"/>
                        <a:t>Oxide</a:t>
                      </a:r>
                      <a:r>
                        <a:rPr lang="da-DK" sz="1400" dirty="0"/>
                        <a:t> Semiconductor(MQ2)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Gas arter(LPG(f.eks. Propan gas), røg, alkohol, propan, hydrogen, </a:t>
                      </a:r>
                      <a:r>
                        <a:rPr lang="da-DK" sz="1400" dirty="0" err="1"/>
                        <a:t>methan</a:t>
                      </a:r>
                      <a:r>
                        <a:rPr lang="da-DK" sz="1400" dirty="0"/>
                        <a:t>, kulilte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040137242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Gravity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Analog </a:t>
                      </a: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Electrochemical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CO2 Sensor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Co2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856570868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HC-SR501 PIR Motion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Bevægelse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Binary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303138309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Grove </a:t>
                      </a:r>
                      <a:r>
                        <a:rPr lang="da-DK" sz="1400" dirty="0" err="1"/>
                        <a:t>Dust</a:t>
                      </a:r>
                      <a:r>
                        <a:rPr lang="da-DK" sz="1400" dirty="0"/>
                        <a:t> Sensor (PPD42NS)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Støv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 level(Particulate Matter level) 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1606171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598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E214AA-1AF2-4ED4-0770-FA2DD89E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5" name="Pladsholder til indhold 4" descr="Et billede, der indeholder Elarbejde, Elektroteknik, elektronik, kable&#10;&#10;AI-genereret indhold kan være ukorrekt.">
            <a:extLst>
              <a:ext uri="{FF2B5EF4-FFF2-40B4-BE49-F238E27FC236}">
                <a16:creationId xmlns:a16="http://schemas.microsoft.com/office/drawing/2014/main" id="{483E7456-2692-39B8-91A8-8249DF2E8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707062" y="888488"/>
            <a:ext cx="6774701" cy="5081024"/>
          </a:xfrm>
        </p:spPr>
      </p:pic>
    </p:spTree>
    <p:extLst>
      <p:ext uri="{BB962C8B-B14F-4D97-AF65-F5344CB8AC3E}">
        <p14:creationId xmlns:p14="http://schemas.microsoft.com/office/powerpoint/2010/main" val="1442432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CD2CF-D1C7-483A-FEF0-7B0A4518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lede 7" descr="Et billede, der indeholder tekst, diagram, Plan, skematisk&#10;&#10;AI-genereret indhold kan være ukorrekt.">
            <a:extLst>
              <a:ext uri="{FF2B5EF4-FFF2-40B4-BE49-F238E27FC236}">
                <a16:creationId xmlns:a16="http://schemas.microsoft.com/office/drawing/2014/main" id="{184F94A9-6D02-2B02-73E5-264F789ED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911" y="16327"/>
            <a:ext cx="9670999" cy="6841673"/>
          </a:xfrm>
          <a:prstGeom prst="rect">
            <a:avLst/>
          </a:prstGeom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2732258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indhold 6">
            <a:extLst>
              <a:ext uri="{FF2B5EF4-FFF2-40B4-BE49-F238E27FC236}">
                <a16:creationId xmlns:a16="http://schemas.microsoft.com/office/drawing/2014/main" id="{16CFAB07-B5BF-3927-27D8-DB850481A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1732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FAC65-FF43-6329-4F45-7BD6BDB2D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" name="Freeform 16">
              <a:extLst>
                <a:ext uri="{FF2B5EF4-FFF2-40B4-BE49-F238E27FC236}">
                  <a16:creationId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9" name="Freeform 24">
              <a:extLst>
                <a:ext uri="{FF2B5EF4-FFF2-40B4-BE49-F238E27FC236}">
                  <a16:creationId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0" name="Freeform 25">
              <a:extLst>
                <a:ext uri="{FF2B5EF4-FFF2-40B4-BE49-F238E27FC236}">
                  <a16:creationId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2" name="Freeform 27">
              <a:extLst>
                <a:ext uri="{FF2B5EF4-FFF2-40B4-BE49-F238E27FC236}">
                  <a16:creationId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3" name="Freeform 28">
              <a:extLst>
                <a:ext uri="{FF2B5EF4-FFF2-40B4-BE49-F238E27FC236}">
                  <a16:creationId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Freeform 30">
              <a:extLst>
                <a:ext uri="{FF2B5EF4-FFF2-40B4-BE49-F238E27FC236}">
                  <a16:creationId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6" name="Freeform 31">
              <a:extLst>
                <a:ext uri="{FF2B5EF4-FFF2-40B4-BE49-F238E27FC236}">
                  <a16:creationId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7" name="Freeform 32">
              <a:extLst>
                <a:ext uri="{FF2B5EF4-FFF2-40B4-BE49-F238E27FC236}">
                  <a16:creationId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8" name="Rectangle 33">
              <a:extLst>
                <a:ext uri="{FF2B5EF4-FFF2-40B4-BE49-F238E27FC236}">
                  <a16:creationId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9" name="Freeform 34">
              <a:extLst>
                <a:ext uri="{FF2B5EF4-FFF2-40B4-BE49-F238E27FC236}">
                  <a16:creationId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0" name="Freeform 35">
              <a:extLst>
                <a:ext uri="{FF2B5EF4-FFF2-40B4-BE49-F238E27FC236}">
                  <a16:creationId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36">
              <a:extLst>
                <a:ext uri="{FF2B5EF4-FFF2-40B4-BE49-F238E27FC236}">
                  <a16:creationId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37">
              <a:extLst>
                <a:ext uri="{FF2B5EF4-FFF2-40B4-BE49-F238E27FC236}">
                  <a16:creationId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Freeform 38">
              <a:extLst>
                <a:ext uri="{FF2B5EF4-FFF2-40B4-BE49-F238E27FC236}">
                  <a16:creationId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39">
              <a:extLst>
                <a:ext uri="{FF2B5EF4-FFF2-40B4-BE49-F238E27FC236}">
                  <a16:creationId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41">
              <a:extLst>
                <a:ext uri="{FF2B5EF4-FFF2-40B4-BE49-F238E27FC236}">
                  <a16:creationId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43">
              <a:extLst>
                <a:ext uri="{FF2B5EF4-FFF2-40B4-BE49-F238E27FC236}">
                  <a16:creationId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44">
              <a:extLst>
                <a:ext uri="{FF2B5EF4-FFF2-40B4-BE49-F238E27FC236}">
                  <a16:creationId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Rectangle 45">
              <a:extLst>
                <a:ext uri="{FF2B5EF4-FFF2-40B4-BE49-F238E27FC236}">
                  <a16:creationId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46">
              <a:extLst>
                <a:ext uri="{FF2B5EF4-FFF2-40B4-BE49-F238E27FC236}">
                  <a16:creationId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Freeform 47">
              <a:extLst>
                <a:ext uri="{FF2B5EF4-FFF2-40B4-BE49-F238E27FC236}">
                  <a16:creationId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48">
              <a:extLst>
                <a:ext uri="{FF2B5EF4-FFF2-40B4-BE49-F238E27FC236}">
                  <a16:creationId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49">
              <a:extLst>
                <a:ext uri="{FF2B5EF4-FFF2-40B4-BE49-F238E27FC236}">
                  <a16:creationId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50">
              <a:extLst>
                <a:ext uri="{FF2B5EF4-FFF2-40B4-BE49-F238E27FC236}">
                  <a16:creationId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51">
              <a:extLst>
                <a:ext uri="{FF2B5EF4-FFF2-40B4-BE49-F238E27FC236}">
                  <a16:creationId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52">
              <a:extLst>
                <a:ext uri="{FF2B5EF4-FFF2-40B4-BE49-F238E27FC236}">
                  <a16:creationId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53">
              <a:extLst>
                <a:ext uri="{FF2B5EF4-FFF2-40B4-BE49-F238E27FC236}">
                  <a16:creationId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54">
              <a:extLst>
                <a:ext uri="{FF2B5EF4-FFF2-40B4-BE49-F238E27FC236}">
                  <a16:creationId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55">
              <a:extLst>
                <a:ext uri="{FF2B5EF4-FFF2-40B4-BE49-F238E27FC236}">
                  <a16:creationId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56">
              <a:extLst>
                <a:ext uri="{FF2B5EF4-FFF2-40B4-BE49-F238E27FC236}">
                  <a16:creationId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57">
              <a:extLst>
                <a:ext uri="{FF2B5EF4-FFF2-40B4-BE49-F238E27FC236}">
                  <a16:creationId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58">
              <a:extLst>
                <a:ext uri="{FF2B5EF4-FFF2-40B4-BE49-F238E27FC236}">
                  <a16:creationId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7" name="Picture 2">
              <a:extLst>
                <a:ext uri="{FF2B5EF4-FFF2-40B4-BE49-F238E27FC236}">
                  <a16:creationId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p14="http://schemas.microsoft.com/office/powerpoint/2010/main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9" name="Round Diagonal Corner Rectangle 7">
            <a:extLst>
              <a:ext uri="{FF2B5EF4-FFF2-40B4-BE49-F238E27FC236}">
                <a16:creationId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rgbClr val="000000">
              <a:alpha val="80000"/>
            </a:srgbClr>
          </a:solidFill>
          <a:ln w="19050" cap="sq">
            <a:solidFill>
              <a:schemeClr val="tx2"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3" name="Freeform 33">
              <a:extLst>
                <a:ext uri="{FF2B5EF4-FFF2-40B4-BE49-F238E27FC236}">
                  <a16:creationId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4" name="Freeform 34">
              <a:extLst>
                <a:ext uri="{FF2B5EF4-FFF2-40B4-BE49-F238E27FC236}">
                  <a16:creationId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6" name="Freeform 35">
              <a:extLst>
                <a:ext uri="{FF2B5EF4-FFF2-40B4-BE49-F238E27FC236}">
                  <a16:creationId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7" name="Freeform 36">
              <a:extLst>
                <a:ext uri="{FF2B5EF4-FFF2-40B4-BE49-F238E27FC236}">
                  <a16:creationId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8" name="Freeform 38">
              <a:extLst>
                <a:ext uri="{FF2B5EF4-FFF2-40B4-BE49-F238E27FC236}">
                  <a16:creationId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79" name="Freeform 39">
              <a:extLst>
                <a:ext uri="{FF2B5EF4-FFF2-40B4-BE49-F238E27FC236}">
                  <a16:creationId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0" name="Freeform 40">
              <a:extLst>
                <a:ext uri="{FF2B5EF4-FFF2-40B4-BE49-F238E27FC236}">
                  <a16:creationId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1" name="Rectangle 41">
              <a:extLst>
                <a:ext uri="{FF2B5EF4-FFF2-40B4-BE49-F238E27FC236}">
                  <a16:creationId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2" name="Freeform 32">
              <a:extLst>
                <a:ext uri="{FF2B5EF4-FFF2-40B4-BE49-F238E27FC236}">
                  <a16:creationId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3" name="Freeform 33">
              <a:extLst>
                <a:ext uri="{FF2B5EF4-FFF2-40B4-BE49-F238E27FC236}">
                  <a16:creationId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4" name="Freeform 34">
              <a:extLst>
                <a:ext uri="{FF2B5EF4-FFF2-40B4-BE49-F238E27FC236}">
                  <a16:creationId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5" name="Freeform 37">
              <a:extLst>
                <a:ext uri="{FF2B5EF4-FFF2-40B4-BE49-F238E27FC236}">
                  <a16:creationId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6" name="Freeform 35">
              <a:extLst>
                <a:ext uri="{FF2B5EF4-FFF2-40B4-BE49-F238E27FC236}">
                  <a16:creationId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7" name="Freeform 36">
              <a:extLst>
                <a:ext uri="{FF2B5EF4-FFF2-40B4-BE49-F238E27FC236}">
                  <a16:creationId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8" name="Freeform 38">
              <a:extLst>
                <a:ext uri="{FF2B5EF4-FFF2-40B4-BE49-F238E27FC236}">
                  <a16:creationId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89" name="Freeform 39">
              <a:extLst>
                <a:ext uri="{FF2B5EF4-FFF2-40B4-BE49-F238E27FC236}">
                  <a16:creationId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90" name="Freeform 40">
              <a:extLst>
                <a:ext uri="{FF2B5EF4-FFF2-40B4-BE49-F238E27FC236}">
                  <a16:creationId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  <p:sp>
          <p:nvSpPr>
            <p:cNvPr id="91" name="Rectangle 41">
              <a:extLst>
                <a:ext uri="{FF2B5EF4-FFF2-40B4-BE49-F238E27FC236}">
                  <a16:creationId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D56D543-0936-9014-0844-F1FC08AE8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328334"/>
            <a:ext cx="6858000" cy="1367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solidFill>
                  <a:srgbClr val="FFFFFF"/>
                </a:solidFill>
              </a:rPr>
              <a:t>Data </a:t>
            </a:r>
            <a:r>
              <a:rPr lang="en-US" sz="4800" dirty="0" err="1">
                <a:solidFill>
                  <a:srgbClr val="FFFFFF"/>
                </a:solidFill>
              </a:rPr>
              <a:t>indsamling</a:t>
            </a:r>
            <a:endParaRPr lang="en-US" sz="4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2489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4DF4-54AE-B063-13FF-DE62105B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8EC51-0EE2-ECEA-9EC3-9CD13A38A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Hvad kunne lade sig gøre</a:t>
            </a:r>
          </a:p>
        </p:txBody>
      </p:sp>
      <p:graphicFrame>
        <p:nvGraphicFramePr>
          <p:cNvPr id="21" name="Pladsholder til indhold 2">
            <a:extLst>
              <a:ext uri="{FF2B5EF4-FFF2-40B4-BE49-F238E27FC236}">
                <a16:creationId xmlns:a16="http://schemas.microsoft.com/office/drawing/2014/main" id="{74C75BCA-0110-7D07-ADFD-E4B9E18AB3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42671160"/>
              </p:ext>
            </p:extLst>
          </p:nvPr>
        </p:nvGraphicFramePr>
        <p:xfrm>
          <a:off x="1141413" y="2097088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ktangel 2">
            <a:extLst>
              <a:ext uri="{FF2B5EF4-FFF2-40B4-BE49-F238E27FC236}">
                <a16:creationId xmlns:a16="http://schemas.microsoft.com/office/drawing/2014/main" id="{902411B4-7B3C-E577-D842-00894AE5467F}"/>
              </a:ext>
            </a:extLst>
          </p:cNvPr>
          <p:cNvSpPr/>
          <p:nvPr/>
        </p:nvSpPr>
        <p:spPr>
          <a:xfrm>
            <a:off x="6419088" y="3429000"/>
            <a:ext cx="4414012" cy="329184"/>
          </a:xfrm>
          <a:prstGeom prst="rect">
            <a:avLst/>
          </a:prstGeom>
          <a:noFill/>
          <a:ln w="38100" cap="flat" cmpd="sng" algn="ctr">
            <a:gradFill>
              <a:gsLst>
                <a:gs pos="0">
                  <a:srgbClr val="002060"/>
                </a:gs>
                <a:gs pos="52000">
                  <a:schemeClr val="bg2">
                    <a:lumMod val="60000"/>
                    <a:lumOff val="40000"/>
                  </a:schemeClr>
                </a:gs>
                <a:gs pos="83000">
                  <a:schemeClr val="tx2">
                    <a:lumMod val="60000"/>
                    <a:lumOff val="40000"/>
                  </a:schemeClr>
                </a:gs>
                <a:gs pos="100000">
                  <a:schemeClr val="tx2">
                    <a:lumMod val="75000"/>
                  </a:schemeClr>
                </a:gs>
              </a:gsLst>
              <a:lin ang="10800000" scaled="0"/>
            </a:gra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tx2">
                <a:alpha val="40000"/>
              </a:schemeClr>
            </a:glow>
            <a:softEdge rad="127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1613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ladsholder til indhold 16" descr="Et billede, der indeholder tekst, skærmbillede, diagram, linje/række&#10;&#10;AI-genereret indhold kan være ukorrekt.">
            <a:extLst>
              <a:ext uri="{FF2B5EF4-FFF2-40B4-BE49-F238E27FC236}">
                <a16:creationId xmlns:a16="http://schemas.microsoft.com/office/drawing/2014/main" id="{0B8E7C9B-F52C-E06A-6BFA-D1EC3EE188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5" y="1472843"/>
            <a:ext cx="11729074" cy="4994631"/>
          </a:xfrm>
          <a:effectLst>
            <a:softEdge rad="127000"/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85A0628-541B-F350-2BD7-DD7BE7F21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293" y="144378"/>
            <a:ext cx="2737568" cy="489669"/>
          </a:xfrm>
        </p:spPr>
        <p:txBody>
          <a:bodyPr>
            <a:normAutofit fontScale="90000"/>
          </a:bodyPr>
          <a:lstStyle/>
          <a:p>
            <a:r>
              <a:rPr lang="da-DK" dirty="0"/>
              <a:t>Remote </a:t>
            </a:r>
            <a:r>
              <a:rPr lang="da-DK" dirty="0" err="1"/>
              <a:t>mqtt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86408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 descr="Et billede, der indeholder tekst, skærmbillede, diagram, linje/række&#10;&#10;AI-genereret indhold kan være ukorrekt.">
            <a:extLst>
              <a:ext uri="{FF2B5EF4-FFF2-40B4-BE49-F238E27FC236}">
                <a16:creationId xmlns:a16="http://schemas.microsoft.com/office/drawing/2014/main" id="{CB9E44BA-6BB3-251A-A1DE-F9F17BF97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901" y="12699"/>
            <a:ext cx="7694999" cy="6847357"/>
          </a:xfrm>
          <a:prstGeom prst="rect">
            <a:avLst/>
          </a:prstGeom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3537855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redsløb">
  <a:themeElements>
    <a:clrScheme name="Kredsløb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Kredsløb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redsløb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27F0FE4E4764D479D44F0F27CC91919" ma:contentTypeVersion="9" ma:contentTypeDescription="Opret et nyt dokument." ma:contentTypeScope="" ma:versionID="56546bfe20ff9e8d4ea5fd4ecb70b603">
  <xsd:schema xmlns:xsd="http://www.w3.org/2001/XMLSchema" xmlns:xs="http://www.w3.org/2001/XMLSchema" xmlns:p="http://schemas.microsoft.com/office/2006/metadata/properties" xmlns:ns3="3126f972-443e-4c15-9c6e-4cfdb64ecaaf" xmlns:ns4="19eff6f0-4781-4e7c-ba6d-a1367fd27541" targetNamespace="http://schemas.microsoft.com/office/2006/metadata/properties" ma:root="true" ma:fieldsID="0c6a4f53e8a6f1a3818e21f723378637" ns3:_="" ns4:_="">
    <xsd:import namespace="3126f972-443e-4c15-9c6e-4cfdb64ecaaf"/>
    <xsd:import namespace="19eff6f0-4781-4e7c-ba6d-a1367fd2754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26f972-443e-4c15-9c6e-4cfdb64eca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eff6f0-4781-4e7c-ba6d-a1367fd2754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126f972-443e-4c15-9c6e-4cfdb64ecaaf" xsi:nil="true"/>
  </documentManagement>
</p:properties>
</file>

<file path=customXml/itemProps1.xml><?xml version="1.0" encoding="utf-8"?>
<ds:datastoreItem xmlns:ds="http://schemas.openxmlformats.org/officeDocument/2006/customXml" ds:itemID="{48FC9A2A-5649-45EB-8D6E-854B8FDBE2B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26f972-443e-4c15-9c6e-4cfdb64ecaaf"/>
    <ds:schemaRef ds:uri="19eff6f0-4781-4e7c-ba6d-a1367fd2754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750385-65FD-4C53-87EC-164E6BB276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E2A78E0-BD5A-4AEE-9732-AEA379BD32AC}">
  <ds:schemaRefs>
    <ds:schemaRef ds:uri="http://purl.org/dc/terms/"/>
    <ds:schemaRef ds:uri="http://schemas.microsoft.com/office/infopath/2007/PartnerControls"/>
    <ds:schemaRef ds:uri="http://schemas.microsoft.com/office/2006/metadata/properties"/>
    <ds:schemaRef ds:uri="3126f972-443e-4c15-9c6e-4cfdb64ecaaf"/>
    <ds:schemaRef ds:uri="http://schemas.microsoft.com/office/2006/documentManagement/types"/>
    <ds:schemaRef ds:uri="http://purl.org/dc/elements/1.1/"/>
    <ds:schemaRef ds:uri="http://www.w3.org/XML/1998/namespace"/>
    <ds:schemaRef ds:uri="http://schemas.openxmlformats.org/package/2006/metadata/core-properties"/>
    <ds:schemaRef ds:uri="19eff6f0-4781-4e7c-ba6d-a1367fd27541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1b29427a-4ed3-4f0e-a3ff-ced1342f64ac}" enabled="0" method="" siteId="{1b29427a-4ed3-4f0e-a3ff-ced1342f64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1190</TotalTime>
  <Words>225</Words>
  <Application>Microsoft Office PowerPoint</Application>
  <PresentationFormat>Widescreen</PresentationFormat>
  <Paragraphs>55</Paragraphs>
  <Slides>12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5" baseType="lpstr">
      <vt:lpstr>Arial</vt:lpstr>
      <vt:lpstr>Tw Cen MT</vt:lpstr>
      <vt:lpstr>Kredsløb</vt:lpstr>
      <vt:lpstr>Iot Klima Sensor</vt:lpstr>
      <vt:lpstr>Projektets mål</vt:lpstr>
      <vt:lpstr>At kunne fremstille et iot device</vt:lpstr>
      <vt:lpstr>Design af sensor hub</vt:lpstr>
      <vt:lpstr>Relevante, tilgængelige sensorer</vt:lpstr>
      <vt:lpstr>PowerPoint-præsentation</vt:lpstr>
      <vt:lpstr>PowerPoint-præsentation</vt:lpstr>
      <vt:lpstr>PowerPoint-præsentation</vt:lpstr>
      <vt:lpstr>Data indsamling</vt:lpstr>
      <vt:lpstr>Hvad kunne lade sig gøre</vt:lpstr>
      <vt:lpstr>Remote mqtt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Sandgaard Rasmussen (MART87U9)</dc:creator>
  <cp:lastModifiedBy>Martin Sandgaard Rasmussen</cp:lastModifiedBy>
  <cp:revision>3</cp:revision>
  <dcterms:created xsi:type="dcterms:W3CDTF">2025-12-04T14:30:21Z</dcterms:created>
  <dcterms:modified xsi:type="dcterms:W3CDTF">2025-12-16T13:01:00Z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0x010100727F0FE4E4764D479D44F0F27CC91919</vt:lpwstr>
  </property>
</Properties>
</file>