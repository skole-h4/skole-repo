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76" r:id="rId12"/>
    <p:sldId id="275" r:id="rId13"/>
    <p:sldId id="264" r:id="rId14"/>
    <p:sldId id="265" r:id="rId15"/>
    <p:sldId id="266" r:id="rId16"/>
    <p:sldId id="270" r:id="rId17"/>
    <p:sldId id="269" r:id="rId18"/>
    <p:sldId id="267" r:id="rId19"/>
    <p:sldId id="272" r:id="rId20"/>
    <p:sldId id="271" r:id="rId21"/>
    <p:sldId id="274" r:id="rId22"/>
    <p:sldId id="277" r:id="rId23"/>
    <p:sldId id="278" r:id="rId24"/>
    <p:sldId id="279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-1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690609-7F97-4F0C-AF97-9A5BCC90FC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AF1EF0-C3CD-4F87-A4C8-2CE446E91891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HTTP</a:t>
          </a:r>
          <a:endParaRPr lang="en-US"/>
        </a:p>
      </dgm:t>
    </dgm:pt>
    <dgm:pt modelId="{0E918A6E-111C-48A8-B399-3625825F1830}" type="parTrans" cxnId="{A180207E-9FED-4EEA-A1B6-78123ABFE3D5}">
      <dgm:prSet/>
      <dgm:spPr/>
      <dgm:t>
        <a:bodyPr/>
        <a:lstStyle/>
        <a:p>
          <a:endParaRPr lang="en-US"/>
        </a:p>
      </dgm:t>
    </dgm:pt>
    <dgm:pt modelId="{F771E40A-1C1A-423B-B8A3-8EFE53C122FA}" type="sibTrans" cxnId="{A180207E-9FED-4EEA-A1B6-78123ABFE3D5}">
      <dgm:prSet/>
      <dgm:spPr/>
      <dgm:t>
        <a:bodyPr/>
        <a:lstStyle/>
        <a:p>
          <a:endParaRPr lang="en-US"/>
        </a:p>
      </dgm:t>
    </dgm:pt>
    <dgm:pt modelId="{5D66754E-F321-4C3E-A1AD-AD69ED2D005C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Local – Mode 1</a:t>
          </a:r>
          <a:endParaRPr lang="en-US" dirty="0"/>
        </a:p>
      </dgm:t>
    </dgm:pt>
    <dgm:pt modelId="{3E5BFB37-4062-42F9-A539-6F0041C011DC}" type="parTrans" cxnId="{685C5785-184E-4F73-ABAA-3277E0320E20}">
      <dgm:prSet/>
      <dgm:spPr/>
      <dgm:t>
        <a:bodyPr/>
        <a:lstStyle/>
        <a:p>
          <a:endParaRPr lang="da-DK"/>
        </a:p>
      </dgm:t>
    </dgm:pt>
    <dgm:pt modelId="{F07B6107-8EE8-4566-AF11-194ECF709044}" type="sibTrans" cxnId="{685C5785-184E-4F73-ABAA-3277E0320E20}">
      <dgm:prSet/>
      <dgm:spPr/>
      <dgm:t>
        <a:bodyPr/>
        <a:lstStyle/>
        <a:p>
          <a:endParaRPr lang="da-DK"/>
        </a:p>
      </dgm:t>
    </dgm:pt>
    <dgm:pt modelId="{E97DC330-2224-4231-82FE-C81CA2401E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Local Access Point</a:t>
          </a:r>
        </a:p>
      </dgm:t>
    </dgm:pt>
    <dgm:pt modelId="{C54287F2-8E23-4795-978C-F294E78C8355}" type="parTrans" cxnId="{8011FA5D-9C9E-407F-9142-8055ABE14316}">
      <dgm:prSet/>
      <dgm:spPr/>
      <dgm:t>
        <a:bodyPr/>
        <a:lstStyle/>
        <a:p>
          <a:endParaRPr lang="da-DK"/>
        </a:p>
      </dgm:t>
    </dgm:pt>
    <dgm:pt modelId="{96FB0BC1-2D6E-47BD-B24D-125DBC7ED615}" type="sibTrans" cxnId="{8011FA5D-9C9E-407F-9142-8055ABE14316}">
      <dgm:prSet/>
      <dgm:spPr/>
      <dgm:t>
        <a:bodyPr/>
        <a:lstStyle/>
        <a:p>
          <a:endParaRPr lang="da-DK"/>
        </a:p>
      </dgm:t>
    </dgm:pt>
    <dgm:pt modelId="{780EDD88-16A5-4CA1-8330-0D310A199831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MQTT</a:t>
          </a:r>
          <a:endParaRPr lang="en-US" dirty="0"/>
        </a:p>
      </dgm:t>
    </dgm:pt>
    <dgm:pt modelId="{1EE340A8-C619-4EBA-A4B8-9BFAF8BB8BF6}" type="parTrans" cxnId="{48B86512-A7C5-4777-BE29-B8AD1DA62E30}">
      <dgm:prSet/>
      <dgm:spPr/>
      <dgm:t>
        <a:bodyPr/>
        <a:lstStyle/>
        <a:p>
          <a:endParaRPr lang="da-DK"/>
        </a:p>
      </dgm:t>
    </dgm:pt>
    <dgm:pt modelId="{D40BB319-0518-458C-9F84-9BB30076D134}" type="sibTrans" cxnId="{48B86512-A7C5-4777-BE29-B8AD1DA62E30}">
      <dgm:prSet/>
      <dgm:spPr/>
      <dgm:t>
        <a:bodyPr/>
        <a:lstStyle/>
        <a:p>
          <a:endParaRPr lang="da-DK"/>
        </a:p>
      </dgm:t>
    </dgm:pt>
    <dgm:pt modelId="{17F0E6E1-D345-43FA-9A78-2DDD40500BEF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Local – Via. Docker – Mode 2</a:t>
          </a:r>
          <a:endParaRPr lang="en-US" dirty="0"/>
        </a:p>
      </dgm:t>
    </dgm:pt>
    <dgm:pt modelId="{643EE7B0-B191-47EA-A85B-0F7217A465D3}" type="parTrans" cxnId="{EE23C08E-3E1A-43EE-A80F-0C563C29968D}">
      <dgm:prSet/>
      <dgm:spPr/>
      <dgm:t>
        <a:bodyPr/>
        <a:lstStyle/>
        <a:p>
          <a:endParaRPr lang="da-DK"/>
        </a:p>
      </dgm:t>
    </dgm:pt>
    <dgm:pt modelId="{6B1F9CDD-120D-4E48-BDCD-DC92C960C26B}" type="sibTrans" cxnId="{EE23C08E-3E1A-43EE-A80F-0C563C29968D}">
      <dgm:prSet/>
      <dgm:spPr/>
      <dgm:t>
        <a:bodyPr/>
        <a:lstStyle/>
        <a:p>
          <a:endParaRPr lang="da-DK"/>
        </a:p>
      </dgm:t>
    </dgm:pt>
    <dgm:pt modelId="{84544031-A19F-4A65-82E8-1C810B5820C5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Remote – Via. Docker + Cloudflare - Mode 3</a:t>
          </a:r>
          <a:endParaRPr lang="en-US" dirty="0"/>
        </a:p>
      </dgm:t>
    </dgm:pt>
    <dgm:pt modelId="{2A43FBDF-0127-4392-961C-4CB85CABF3BA}" type="parTrans" cxnId="{74A7507A-0342-47BB-9671-4EED110F2C39}">
      <dgm:prSet/>
      <dgm:spPr/>
      <dgm:t>
        <a:bodyPr/>
        <a:lstStyle/>
        <a:p>
          <a:endParaRPr lang="da-DK"/>
        </a:p>
      </dgm:t>
    </dgm:pt>
    <dgm:pt modelId="{EF587CC1-2083-48ED-987E-D2AB5BD97A82}" type="sibTrans" cxnId="{74A7507A-0342-47BB-9671-4EED110F2C39}">
      <dgm:prSet/>
      <dgm:spPr/>
      <dgm:t>
        <a:bodyPr/>
        <a:lstStyle/>
        <a:p>
          <a:endParaRPr lang="da-DK"/>
        </a:p>
      </dgm:t>
    </dgm:pt>
    <dgm:pt modelId="{7BEE4D80-E9D2-47BB-BC8F-B50D2E7761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LCD Display</a:t>
          </a:r>
          <a:endParaRPr lang="en-US" dirty="0"/>
        </a:p>
      </dgm:t>
    </dgm:pt>
    <dgm:pt modelId="{7FF05A79-ADAB-45DC-A9EE-F98D597291B5}" type="parTrans" cxnId="{001CBC5D-852B-4DE5-A724-A70B9A9ABC95}">
      <dgm:prSet/>
      <dgm:spPr/>
      <dgm:t>
        <a:bodyPr/>
        <a:lstStyle/>
        <a:p>
          <a:endParaRPr lang="da-DK"/>
        </a:p>
      </dgm:t>
    </dgm:pt>
    <dgm:pt modelId="{47FD0EF5-E467-434A-95D0-FF270C7ED74F}" type="sibTrans" cxnId="{001CBC5D-852B-4DE5-A724-A70B9A9ABC95}">
      <dgm:prSet/>
      <dgm:spPr/>
      <dgm:t>
        <a:bodyPr/>
        <a:lstStyle/>
        <a:p>
          <a:endParaRPr lang="da-DK"/>
        </a:p>
      </dgm:t>
    </dgm:pt>
    <dgm:pt modelId="{325C50CE-58AB-428B-ACE3-D419BD5F4C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Local - Konstant</a:t>
          </a:r>
        </a:p>
      </dgm:t>
    </dgm:pt>
    <dgm:pt modelId="{C7002797-51F6-4300-8CBC-4C29ACF61AFF}" type="parTrans" cxnId="{4E7894EB-5A84-4F4E-B695-96788B411F58}">
      <dgm:prSet/>
      <dgm:spPr/>
      <dgm:t>
        <a:bodyPr/>
        <a:lstStyle/>
        <a:p>
          <a:endParaRPr lang="da-DK"/>
        </a:p>
      </dgm:t>
    </dgm:pt>
    <dgm:pt modelId="{AF80723E-C123-43EB-B28B-D6E66B23BC3A}" type="sibTrans" cxnId="{4E7894EB-5A84-4F4E-B695-96788B411F58}">
      <dgm:prSet/>
      <dgm:spPr/>
      <dgm:t>
        <a:bodyPr/>
        <a:lstStyle/>
        <a:p>
          <a:endParaRPr lang="da-DK"/>
        </a:p>
      </dgm:t>
    </dgm:pt>
    <dgm:pt modelId="{8155A8C4-94CA-4D18-A2B1-CB3635B45D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Serial Monitor</a:t>
          </a:r>
        </a:p>
      </dgm:t>
    </dgm:pt>
    <dgm:pt modelId="{B985F568-99DF-416F-B938-1F72D2541B08}" type="parTrans" cxnId="{E529C80F-065D-4F13-AC4A-8C767894CDC5}">
      <dgm:prSet/>
      <dgm:spPr/>
      <dgm:t>
        <a:bodyPr/>
        <a:lstStyle/>
        <a:p>
          <a:endParaRPr lang="da-DK"/>
        </a:p>
      </dgm:t>
    </dgm:pt>
    <dgm:pt modelId="{C852DD7F-C43C-449D-9AC4-2ACFCC256229}" type="sibTrans" cxnId="{E529C80F-065D-4F13-AC4A-8C767894CDC5}">
      <dgm:prSet/>
      <dgm:spPr/>
      <dgm:t>
        <a:bodyPr/>
        <a:lstStyle/>
        <a:p>
          <a:endParaRPr lang="da-DK"/>
        </a:p>
      </dgm:t>
    </dgm:pt>
    <dgm:pt modelId="{A73BE0E1-5EBF-45FD-9B8A-1A348FA3C8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Local – Connected via USB</a:t>
          </a:r>
        </a:p>
      </dgm:t>
    </dgm:pt>
    <dgm:pt modelId="{FB37B737-D5E1-4529-B5A4-92CB1A0E8167}" type="parTrans" cxnId="{61F8966A-980C-4DDB-8BC3-A034EC42B9A8}">
      <dgm:prSet/>
      <dgm:spPr/>
      <dgm:t>
        <a:bodyPr/>
        <a:lstStyle/>
        <a:p>
          <a:endParaRPr lang="da-DK"/>
        </a:p>
      </dgm:t>
    </dgm:pt>
    <dgm:pt modelId="{73D3E964-0D30-48B8-B785-C329969FA98E}" type="sibTrans" cxnId="{61F8966A-980C-4DDB-8BC3-A034EC42B9A8}">
      <dgm:prSet/>
      <dgm:spPr/>
      <dgm:t>
        <a:bodyPr/>
        <a:lstStyle/>
        <a:p>
          <a:endParaRPr lang="da-DK"/>
        </a:p>
      </dgm:t>
    </dgm:pt>
    <dgm:pt modelId="{30A219B8-635B-4584-8299-8BB9D3A69F08}" type="pres">
      <dgm:prSet presAssocID="{B3690609-7F97-4F0C-AF97-9A5BCC90FCB8}" presName="root" presStyleCnt="0">
        <dgm:presLayoutVars>
          <dgm:dir/>
          <dgm:resizeHandles val="exact"/>
        </dgm:presLayoutVars>
      </dgm:prSet>
      <dgm:spPr/>
    </dgm:pt>
    <dgm:pt modelId="{75FC8166-11E8-4686-8B10-ECC49BD768A4}" type="pres">
      <dgm:prSet presAssocID="{37AF1EF0-C3CD-4F87-A4C8-2CE446E91891}" presName="compNode" presStyleCnt="0"/>
      <dgm:spPr/>
    </dgm:pt>
    <dgm:pt modelId="{6A8BD596-DAFB-45CF-B8B7-87F939CCED20}" type="pres">
      <dgm:prSet presAssocID="{37AF1EF0-C3CD-4F87-A4C8-2CE446E91891}" presName="bgRect" presStyleLbl="bgShp" presStyleIdx="0" presStyleCnt="4"/>
      <dgm:spPr/>
    </dgm:pt>
    <dgm:pt modelId="{E85EC538-8EE7-420A-9E5B-86171E21223E}" type="pres">
      <dgm:prSet presAssocID="{37AF1EF0-C3CD-4F87-A4C8-2CE446E918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B60E149-7B09-4592-A8A1-9713CC5B7650}" type="pres">
      <dgm:prSet presAssocID="{37AF1EF0-C3CD-4F87-A4C8-2CE446E91891}" presName="spaceRect" presStyleCnt="0"/>
      <dgm:spPr/>
    </dgm:pt>
    <dgm:pt modelId="{ECAD51C0-D5DD-4680-AD42-BD82C141C396}" type="pres">
      <dgm:prSet presAssocID="{37AF1EF0-C3CD-4F87-A4C8-2CE446E91891}" presName="parTx" presStyleLbl="revTx" presStyleIdx="0" presStyleCnt="8">
        <dgm:presLayoutVars>
          <dgm:chMax val="0"/>
          <dgm:chPref val="0"/>
        </dgm:presLayoutVars>
      </dgm:prSet>
      <dgm:spPr/>
    </dgm:pt>
    <dgm:pt modelId="{5C0BADB5-6BE3-4518-A64E-A8633E1F1FE4}" type="pres">
      <dgm:prSet presAssocID="{37AF1EF0-C3CD-4F87-A4C8-2CE446E91891}" presName="desTx" presStyleLbl="revTx" presStyleIdx="1" presStyleCnt="8">
        <dgm:presLayoutVars/>
      </dgm:prSet>
      <dgm:spPr/>
    </dgm:pt>
    <dgm:pt modelId="{205ED8E5-C625-462E-9128-B7976AE3398F}" type="pres">
      <dgm:prSet presAssocID="{F771E40A-1C1A-423B-B8A3-8EFE53C122FA}" presName="sibTrans" presStyleCnt="0"/>
      <dgm:spPr/>
    </dgm:pt>
    <dgm:pt modelId="{F5FE61B9-A327-4B77-96D3-CDA547A3EA57}" type="pres">
      <dgm:prSet presAssocID="{780EDD88-16A5-4CA1-8330-0D310A199831}" presName="compNode" presStyleCnt="0"/>
      <dgm:spPr/>
    </dgm:pt>
    <dgm:pt modelId="{311F3209-64F3-4FA6-85AA-F50B9FEA2583}" type="pres">
      <dgm:prSet presAssocID="{780EDD88-16A5-4CA1-8330-0D310A199831}" presName="bgRect" presStyleLbl="bgShp" presStyleIdx="1" presStyleCnt="4"/>
      <dgm:spPr/>
    </dgm:pt>
    <dgm:pt modelId="{7689B646-01FE-47BD-9FA6-DA599079F535}" type="pres">
      <dgm:prSet presAssocID="{780EDD88-16A5-4CA1-8330-0D310A1998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ærbar computer"/>
        </a:ext>
      </dgm:extLst>
    </dgm:pt>
    <dgm:pt modelId="{6BF4E914-74AC-40F1-B868-87AD4E2D9634}" type="pres">
      <dgm:prSet presAssocID="{780EDD88-16A5-4CA1-8330-0D310A199831}" presName="spaceRect" presStyleCnt="0"/>
      <dgm:spPr/>
    </dgm:pt>
    <dgm:pt modelId="{D2F2F3D2-54B8-469B-B220-10E252D6D688}" type="pres">
      <dgm:prSet presAssocID="{780EDD88-16A5-4CA1-8330-0D310A199831}" presName="parTx" presStyleLbl="revTx" presStyleIdx="2" presStyleCnt="8">
        <dgm:presLayoutVars>
          <dgm:chMax val="0"/>
          <dgm:chPref val="0"/>
        </dgm:presLayoutVars>
      </dgm:prSet>
      <dgm:spPr/>
    </dgm:pt>
    <dgm:pt modelId="{046DD34E-BEBF-4CC1-9F38-609C7E4C9B11}" type="pres">
      <dgm:prSet presAssocID="{780EDD88-16A5-4CA1-8330-0D310A199831}" presName="desTx" presStyleLbl="revTx" presStyleIdx="3" presStyleCnt="8">
        <dgm:presLayoutVars/>
      </dgm:prSet>
      <dgm:spPr/>
    </dgm:pt>
    <dgm:pt modelId="{2973514D-B107-4FD6-BC84-8BC4554EC20B}" type="pres">
      <dgm:prSet presAssocID="{D40BB319-0518-458C-9F84-9BB30076D134}" presName="sibTrans" presStyleCnt="0"/>
      <dgm:spPr/>
    </dgm:pt>
    <dgm:pt modelId="{CEB3397C-3FA1-4BAF-B9EA-2B175DB0D053}" type="pres">
      <dgm:prSet presAssocID="{7BEE4D80-E9D2-47BB-BC8F-B50D2E776174}" presName="compNode" presStyleCnt="0"/>
      <dgm:spPr/>
    </dgm:pt>
    <dgm:pt modelId="{B59C74BB-F734-42DB-A0AC-646B442F1175}" type="pres">
      <dgm:prSet presAssocID="{7BEE4D80-E9D2-47BB-BC8F-B50D2E776174}" presName="bgRect" presStyleLbl="bgShp" presStyleIdx="2" presStyleCnt="4"/>
      <dgm:spPr/>
    </dgm:pt>
    <dgm:pt modelId="{37CDF1EC-D954-4D8D-9736-6B6D506B8468}" type="pres">
      <dgm:prSet presAssocID="{7BEE4D80-E9D2-47BB-BC8F-B50D2E77617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t med massiv udfyldning"/>
        </a:ext>
      </dgm:extLst>
    </dgm:pt>
    <dgm:pt modelId="{FB4DFAF0-4802-4329-954B-E948AA32805D}" type="pres">
      <dgm:prSet presAssocID="{7BEE4D80-E9D2-47BB-BC8F-B50D2E776174}" presName="spaceRect" presStyleCnt="0"/>
      <dgm:spPr/>
    </dgm:pt>
    <dgm:pt modelId="{53FE8DB0-28CD-4368-BC6B-180136E67572}" type="pres">
      <dgm:prSet presAssocID="{7BEE4D80-E9D2-47BB-BC8F-B50D2E776174}" presName="parTx" presStyleLbl="revTx" presStyleIdx="4" presStyleCnt="8">
        <dgm:presLayoutVars>
          <dgm:chMax val="0"/>
          <dgm:chPref val="0"/>
        </dgm:presLayoutVars>
      </dgm:prSet>
      <dgm:spPr/>
    </dgm:pt>
    <dgm:pt modelId="{77EE0132-F6BB-4770-9970-4171A038BAA5}" type="pres">
      <dgm:prSet presAssocID="{7BEE4D80-E9D2-47BB-BC8F-B50D2E776174}" presName="desTx" presStyleLbl="revTx" presStyleIdx="5" presStyleCnt="8">
        <dgm:presLayoutVars/>
      </dgm:prSet>
      <dgm:spPr/>
    </dgm:pt>
    <dgm:pt modelId="{CAB0E958-5966-46A9-B327-9EAB847125B1}" type="pres">
      <dgm:prSet presAssocID="{47FD0EF5-E467-434A-95D0-FF270C7ED74F}" presName="sibTrans" presStyleCnt="0"/>
      <dgm:spPr/>
    </dgm:pt>
    <dgm:pt modelId="{2315A79E-2F24-4C62-862B-A3FDE7481193}" type="pres">
      <dgm:prSet presAssocID="{8155A8C4-94CA-4D18-A2B1-CB3635B45DFB}" presName="compNode" presStyleCnt="0"/>
      <dgm:spPr/>
    </dgm:pt>
    <dgm:pt modelId="{AE34ED72-D76F-4401-8918-E97A288A1549}" type="pres">
      <dgm:prSet presAssocID="{8155A8C4-94CA-4D18-A2B1-CB3635B45DFB}" presName="bgRect" presStyleLbl="bgShp" presStyleIdx="3" presStyleCnt="4"/>
      <dgm:spPr/>
    </dgm:pt>
    <dgm:pt modelId="{C8AEFAD2-5543-45D9-AD99-C9FC55A3E3EA}" type="pres">
      <dgm:prSet presAssocID="{8155A8C4-94CA-4D18-A2B1-CB3635B45D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ør kontur"/>
        </a:ext>
      </dgm:extLst>
    </dgm:pt>
    <dgm:pt modelId="{AAEB16BD-FA55-40D5-8C5C-B79B3A39480C}" type="pres">
      <dgm:prSet presAssocID="{8155A8C4-94CA-4D18-A2B1-CB3635B45DFB}" presName="spaceRect" presStyleCnt="0"/>
      <dgm:spPr/>
    </dgm:pt>
    <dgm:pt modelId="{D923D663-EF5F-401A-AF51-9BBC9BCE1792}" type="pres">
      <dgm:prSet presAssocID="{8155A8C4-94CA-4D18-A2B1-CB3635B45DFB}" presName="parTx" presStyleLbl="revTx" presStyleIdx="6" presStyleCnt="8">
        <dgm:presLayoutVars>
          <dgm:chMax val="0"/>
          <dgm:chPref val="0"/>
        </dgm:presLayoutVars>
      </dgm:prSet>
      <dgm:spPr/>
    </dgm:pt>
    <dgm:pt modelId="{9F5902AC-0E0B-4629-A92D-BFFED7CC0E90}" type="pres">
      <dgm:prSet presAssocID="{8155A8C4-94CA-4D18-A2B1-CB3635B45DFB}" presName="desTx" presStyleLbl="revTx" presStyleIdx="7" presStyleCnt="8">
        <dgm:presLayoutVars/>
      </dgm:prSet>
      <dgm:spPr/>
    </dgm:pt>
  </dgm:ptLst>
  <dgm:cxnLst>
    <dgm:cxn modelId="{E529C80F-065D-4F13-AC4A-8C767894CDC5}" srcId="{B3690609-7F97-4F0C-AF97-9A5BCC90FCB8}" destId="{8155A8C4-94CA-4D18-A2B1-CB3635B45DFB}" srcOrd="3" destOrd="0" parTransId="{B985F568-99DF-416F-B938-1F72D2541B08}" sibTransId="{C852DD7F-C43C-449D-9AC4-2ACFCC256229}"/>
    <dgm:cxn modelId="{48B86512-A7C5-4777-BE29-B8AD1DA62E30}" srcId="{B3690609-7F97-4F0C-AF97-9A5BCC90FCB8}" destId="{780EDD88-16A5-4CA1-8330-0D310A199831}" srcOrd="1" destOrd="0" parTransId="{1EE340A8-C619-4EBA-A4B8-9BFAF8BB8BF6}" sibTransId="{D40BB319-0518-458C-9F84-9BB30076D134}"/>
    <dgm:cxn modelId="{E1B3EB24-8117-4EFF-A92D-1927059C7719}" type="presOf" srcId="{780EDD88-16A5-4CA1-8330-0D310A199831}" destId="{D2F2F3D2-54B8-469B-B220-10E252D6D688}" srcOrd="0" destOrd="0" presId="urn:microsoft.com/office/officeart/2018/2/layout/IconVerticalSolidList"/>
    <dgm:cxn modelId="{21D9B932-1F56-4100-AA4D-C22C68474E05}" type="presOf" srcId="{37AF1EF0-C3CD-4F87-A4C8-2CE446E91891}" destId="{ECAD51C0-D5DD-4680-AD42-BD82C141C396}" srcOrd="0" destOrd="0" presId="urn:microsoft.com/office/officeart/2018/2/layout/IconVerticalSolidList"/>
    <dgm:cxn modelId="{D1F7785D-14D9-4FF5-987C-03F45FE962A4}" type="presOf" srcId="{A73BE0E1-5EBF-45FD-9B8A-1A348FA3C849}" destId="{9F5902AC-0E0B-4629-A92D-BFFED7CC0E90}" srcOrd="0" destOrd="0" presId="urn:microsoft.com/office/officeart/2018/2/layout/IconVerticalSolidList"/>
    <dgm:cxn modelId="{001CBC5D-852B-4DE5-A724-A70B9A9ABC95}" srcId="{B3690609-7F97-4F0C-AF97-9A5BCC90FCB8}" destId="{7BEE4D80-E9D2-47BB-BC8F-B50D2E776174}" srcOrd="2" destOrd="0" parTransId="{7FF05A79-ADAB-45DC-A9EE-F98D597291B5}" sibTransId="{47FD0EF5-E467-434A-95D0-FF270C7ED74F}"/>
    <dgm:cxn modelId="{8011FA5D-9C9E-407F-9142-8055ABE14316}" srcId="{37AF1EF0-C3CD-4F87-A4C8-2CE446E91891}" destId="{E97DC330-2224-4231-82FE-C81CA2401E56}" srcOrd="1" destOrd="0" parTransId="{C54287F2-8E23-4795-978C-F294E78C8355}" sibTransId="{96FB0BC1-2D6E-47BD-B24D-125DBC7ED615}"/>
    <dgm:cxn modelId="{F2F18849-DEAB-4044-B9B9-3FB9E330287D}" type="presOf" srcId="{17F0E6E1-D345-43FA-9A78-2DDD40500BEF}" destId="{046DD34E-BEBF-4CC1-9F38-609C7E4C9B11}" srcOrd="0" destOrd="0" presId="urn:microsoft.com/office/officeart/2018/2/layout/IconVerticalSolidList"/>
    <dgm:cxn modelId="{61F8966A-980C-4DDB-8BC3-A034EC42B9A8}" srcId="{8155A8C4-94CA-4D18-A2B1-CB3635B45DFB}" destId="{A73BE0E1-5EBF-45FD-9B8A-1A348FA3C849}" srcOrd="0" destOrd="0" parTransId="{FB37B737-D5E1-4529-B5A4-92CB1A0E8167}" sibTransId="{73D3E964-0D30-48B8-B785-C329969FA98E}"/>
    <dgm:cxn modelId="{631FAB6C-D248-41DF-8728-4B770B72F073}" type="presOf" srcId="{5D66754E-F321-4C3E-A1AD-AD69ED2D005C}" destId="{5C0BADB5-6BE3-4518-A64E-A8633E1F1FE4}" srcOrd="0" destOrd="0" presId="urn:microsoft.com/office/officeart/2018/2/layout/IconVerticalSolidList"/>
    <dgm:cxn modelId="{F5B14876-27D0-4051-A645-C59D50829066}" type="presOf" srcId="{B3690609-7F97-4F0C-AF97-9A5BCC90FCB8}" destId="{30A219B8-635B-4584-8299-8BB9D3A69F08}" srcOrd="0" destOrd="0" presId="urn:microsoft.com/office/officeart/2018/2/layout/IconVerticalSolidList"/>
    <dgm:cxn modelId="{9543DC78-EE39-48D7-BC1B-C509B56824DD}" type="presOf" srcId="{7BEE4D80-E9D2-47BB-BC8F-B50D2E776174}" destId="{53FE8DB0-28CD-4368-BC6B-180136E67572}" srcOrd="0" destOrd="0" presId="urn:microsoft.com/office/officeart/2018/2/layout/IconVerticalSolidList"/>
    <dgm:cxn modelId="{74A7507A-0342-47BB-9671-4EED110F2C39}" srcId="{780EDD88-16A5-4CA1-8330-0D310A199831}" destId="{84544031-A19F-4A65-82E8-1C810B5820C5}" srcOrd="1" destOrd="0" parTransId="{2A43FBDF-0127-4392-961C-4CB85CABF3BA}" sibTransId="{EF587CC1-2083-48ED-987E-D2AB5BD97A82}"/>
    <dgm:cxn modelId="{A180207E-9FED-4EEA-A1B6-78123ABFE3D5}" srcId="{B3690609-7F97-4F0C-AF97-9A5BCC90FCB8}" destId="{37AF1EF0-C3CD-4F87-A4C8-2CE446E91891}" srcOrd="0" destOrd="0" parTransId="{0E918A6E-111C-48A8-B399-3625825F1830}" sibTransId="{F771E40A-1C1A-423B-B8A3-8EFE53C122FA}"/>
    <dgm:cxn modelId="{A86D2885-4A4E-405A-B270-823883B72076}" type="presOf" srcId="{8155A8C4-94CA-4D18-A2B1-CB3635B45DFB}" destId="{D923D663-EF5F-401A-AF51-9BBC9BCE1792}" srcOrd="0" destOrd="0" presId="urn:microsoft.com/office/officeart/2018/2/layout/IconVerticalSolidList"/>
    <dgm:cxn modelId="{685C5785-184E-4F73-ABAA-3277E0320E20}" srcId="{37AF1EF0-C3CD-4F87-A4C8-2CE446E91891}" destId="{5D66754E-F321-4C3E-A1AD-AD69ED2D005C}" srcOrd="0" destOrd="0" parTransId="{3E5BFB37-4062-42F9-A539-6F0041C011DC}" sibTransId="{F07B6107-8EE8-4566-AF11-194ECF709044}"/>
    <dgm:cxn modelId="{EE23C08E-3E1A-43EE-A80F-0C563C29968D}" srcId="{780EDD88-16A5-4CA1-8330-0D310A199831}" destId="{17F0E6E1-D345-43FA-9A78-2DDD40500BEF}" srcOrd="0" destOrd="0" parTransId="{643EE7B0-B191-47EA-A85B-0F7217A465D3}" sibTransId="{6B1F9CDD-120D-4E48-BDCD-DC92C960C26B}"/>
    <dgm:cxn modelId="{3BAE45AD-BD75-4BF1-BC42-C0AF1F71D848}" type="presOf" srcId="{325C50CE-58AB-428B-ACE3-D419BD5F4C0F}" destId="{77EE0132-F6BB-4770-9970-4171A038BAA5}" srcOrd="0" destOrd="0" presId="urn:microsoft.com/office/officeart/2018/2/layout/IconVerticalSolidList"/>
    <dgm:cxn modelId="{D4C790B7-F9BB-4B1E-85F4-3441349ADD7F}" type="presOf" srcId="{84544031-A19F-4A65-82E8-1C810B5820C5}" destId="{046DD34E-BEBF-4CC1-9F38-609C7E4C9B11}" srcOrd="0" destOrd="1" presId="urn:microsoft.com/office/officeart/2018/2/layout/IconVerticalSolidList"/>
    <dgm:cxn modelId="{1A28ECC3-A573-40D7-9C0A-ACCE7046BA38}" type="presOf" srcId="{E97DC330-2224-4231-82FE-C81CA2401E56}" destId="{5C0BADB5-6BE3-4518-A64E-A8633E1F1FE4}" srcOrd="0" destOrd="1" presId="urn:microsoft.com/office/officeart/2018/2/layout/IconVerticalSolidList"/>
    <dgm:cxn modelId="{4E7894EB-5A84-4F4E-B695-96788B411F58}" srcId="{7BEE4D80-E9D2-47BB-BC8F-B50D2E776174}" destId="{325C50CE-58AB-428B-ACE3-D419BD5F4C0F}" srcOrd="0" destOrd="0" parTransId="{C7002797-51F6-4300-8CBC-4C29ACF61AFF}" sibTransId="{AF80723E-C123-43EB-B28B-D6E66B23BC3A}"/>
    <dgm:cxn modelId="{5BDFCF31-6DF5-4B57-A606-E86E1B79F481}" type="presParOf" srcId="{30A219B8-635B-4584-8299-8BB9D3A69F08}" destId="{75FC8166-11E8-4686-8B10-ECC49BD768A4}" srcOrd="0" destOrd="0" presId="urn:microsoft.com/office/officeart/2018/2/layout/IconVerticalSolidList"/>
    <dgm:cxn modelId="{AE08BC76-499E-475C-BAF6-A274FD1D4575}" type="presParOf" srcId="{75FC8166-11E8-4686-8B10-ECC49BD768A4}" destId="{6A8BD596-DAFB-45CF-B8B7-87F939CCED20}" srcOrd="0" destOrd="0" presId="urn:microsoft.com/office/officeart/2018/2/layout/IconVerticalSolidList"/>
    <dgm:cxn modelId="{E099F91B-DA53-47AC-8909-CA7C147D7E05}" type="presParOf" srcId="{75FC8166-11E8-4686-8B10-ECC49BD768A4}" destId="{E85EC538-8EE7-420A-9E5B-86171E21223E}" srcOrd="1" destOrd="0" presId="urn:microsoft.com/office/officeart/2018/2/layout/IconVerticalSolidList"/>
    <dgm:cxn modelId="{920F81BC-073C-4EC3-BE34-17DEAD01662F}" type="presParOf" srcId="{75FC8166-11E8-4686-8B10-ECC49BD768A4}" destId="{4B60E149-7B09-4592-A8A1-9713CC5B7650}" srcOrd="2" destOrd="0" presId="urn:microsoft.com/office/officeart/2018/2/layout/IconVerticalSolidList"/>
    <dgm:cxn modelId="{8785706D-712C-4DC2-A855-DAD41F8F52CD}" type="presParOf" srcId="{75FC8166-11E8-4686-8B10-ECC49BD768A4}" destId="{ECAD51C0-D5DD-4680-AD42-BD82C141C396}" srcOrd="3" destOrd="0" presId="urn:microsoft.com/office/officeart/2018/2/layout/IconVerticalSolidList"/>
    <dgm:cxn modelId="{CFCE07B0-703E-4F5E-883E-7EF790395696}" type="presParOf" srcId="{75FC8166-11E8-4686-8B10-ECC49BD768A4}" destId="{5C0BADB5-6BE3-4518-A64E-A8633E1F1FE4}" srcOrd="4" destOrd="0" presId="urn:microsoft.com/office/officeart/2018/2/layout/IconVerticalSolidList"/>
    <dgm:cxn modelId="{33027F11-9D17-48FA-9260-D9C68DF444BC}" type="presParOf" srcId="{30A219B8-635B-4584-8299-8BB9D3A69F08}" destId="{205ED8E5-C625-462E-9128-B7976AE3398F}" srcOrd="1" destOrd="0" presId="urn:microsoft.com/office/officeart/2018/2/layout/IconVerticalSolidList"/>
    <dgm:cxn modelId="{41D6CF9E-FADD-4D00-91A9-09BDAD99D1D3}" type="presParOf" srcId="{30A219B8-635B-4584-8299-8BB9D3A69F08}" destId="{F5FE61B9-A327-4B77-96D3-CDA547A3EA57}" srcOrd="2" destOrd="0" presId="urn:microsoft.com/office/officeart/2018/2/layout/IconVerticalSolidList"/>
    <dgm:cxn modelId="{3C5B0FB4-BC4F-4EF7-9EAF-1F956FD3F05E}" type="presParOf" srcId="{F5FE61B9-A327-4B77-96D3-CDA547A3EA57}" destId="{311F3209-64F3-4FA6-85AA-F50B9FEA2583}" srcOrd="0" destOrd="0" presId="urn:microsoft.com/office/officeart/2018/2/layout/IconVerticalSolidList"/>
    <dgm:cxn modelId="{460C223A-C7A8-49A2-95E5-0132FD97ED29}" type="presParOf" srcId="{F5FE61B9-A327-4B77-96D3-CDA547A3EA57}" destId="{7689B646-01FE-47BD-9FA6-DA599079F535}" srcOrd="1" destOrd="0" presId="urn:microsoft.com/office/officeart/2018/2/layout/IconVerticalSolidList"/>
    <dgm:cxn modelId="{47783377-A5D4-4189-87EE-D42226AD4FBC}" type="presParOf" srcId="{F5FE61B9-A327-4B77-96D3-CDA547A3EA57}" destId="{6BF4E914-74AC-40F1-B868-87AD4E2D9634}" srcOrd="2" destOrd="0" presId="urn:microsoft.com/office/officeart/2018/2/layout/IconVerticalSolidList"/>
    <dgm:cxn modelId="{6EED5A89-CAF3-4DE1-9053-0E53828B973E}" type="presParOf" srcId="{F5FE61B9-A327-4B77-96D3-CDA547A3EA57}" destId="{D2F2F3D2-54B8-469B-B220-10E252D6D688}" srcOrd="3" destOrd="0" presId="urn:microsoft.com/office/officeart/2018/2/layout/IconVerticalSolidList"/>
    <dgm:cxn modelId="{FA09D242-2875-445E-971B-5838204A643C}" type="presParOf" srcId="{F5FE61B9-A327-4B77-96D3-CDA547A3EA57}" destId="{046DD34E-BEBF-4CC1-9F38-609C7E4C9B11}" srcOrd="4" destOrd="0" presId="urn:microsoft.com/office/officeart/2018/2/layout/IconVerticalSolidList"/>
    <dgm:cxn modelId="{4EE44BB4-81D3-4AB0-BFB5-F0A510C4BA0E}" type="presParOf" srcId="{30A219B8-635B-4584-8299-8BB9D3A69F08}" destId="{2973514D-B107-4FD6-BC84-8BC4554EC20B}" srcOrd="3" destOrd="0" presId="urn:microsoft.com/office/officeart/2018/2/layout/IconVerticalSolidList"/>
    <dgm:cxn modelId="{6D9101BC-3820-4871-B76B-C5B3DEA4DB89}" type="presParOf" srcId="{30A219B8-635B-4584-8299-8BB9D3A69F08}" destId="{CEB3397C-3FA1-4BAF-B9EA-2B175DB0D053}" srcOrd="4" destOrd="0" presId="urn:microsoft.com/office/officeart/2018/2/layout/IconVerticalSolidList"/>
    <dgm:cxn modelId="{A36AECAB-9F9A-400D-86A7-7C197E92B58E}" type="presParOf" srcId="{CEB3397C-3FA1-4BAF-B9EA-2B175DB0D053}" destId="{B59C74BB-F734-42DB-A0AC-646B442F1175}" srcOrd="0" destOrd="0" presId="urn:microsoft.com/office/officeart/2018/2/layout/IconVerticalSolidList"/>
    <dgm:cxn modelId="{D4A00744-42E7-470E-91FE-95B9A28A42BC}" type="presParOf" srcId="{CEB3397C-3FA1-4BAF-B9EA-2B175DB0D053}" destId="{37CDF1EC-D954-4D8D-9736-6B6D506B8468}" srcOrd="1" destOrd="0" presId="urn:microsoft.com/office/officeart/2018/2/layout/IconVerticalSolidList"/>
    <dgm:cxn modelId="{5DF8473D-F3C4-44E9-9DB2-0B34EDF40086}" type="presParOf" srcId="{CEB3397C-3FA1-4BAF-B9EA-2B175DB0D053}" destId="{FB4DFAF0-4802-4329-954B-E948AA32805D}" srcOrd="2" destOrd="0" presId="urn:microsoft.com/office/officeart/2018/2/layout/IconVerticalSolidList"/>
    <dgm:cxn modelId="{E91DD69A-32B9-48D8-A787-C6D19255A734}" type="presParOf" srcId="{CEB3397C-3FA1-4BAF-B9EA-2B175DB0D053}" destId="{53FE8DB0-28CD-4368-BC6B-180136E67572}" srcOrd="3" destOrd="0" presId="urn:microsoft.com/office/officeart/2018/2/layout/IconVerticalSolidList"/>
    <dgm:cxn modelId="{F978476E-41DE-4A4C-9293-04C553E453CD}" type="presParOf" srcId="{CEB3397C-3FA1-4BAF-B9EA-2B175DB0D053}" destId="{77EE0132-F6BB-4770-9970-4171A038BAA5}" srcOrd="4" destOrd="0" presId="urn:microsoft.com/office/officeart/2018/2/layout/IconVerticalSolidList"/>
    <dgm:cxn modelId="{1BC27675-5D13-425E-AFD7-4595CE2AC5B2}" type="presParOf" srcId="{30A219B8-635B-4584-8299-8BB9D3A69F08}" destId="{CAB0E958-5966-46A9-B327-9EAB847125B1}" srcOrd="5" destOrd="0" presId="urn:microsoft.com/office/officeart/2018/2/layout/IconVerticalSolidList"/>
    <dgm:cxn modelId="{FF6890C8-914A-456E-BD7B-5871ACA90D71}" type="presParOf" srcId="{30A219B8-635B-4584-8299-8BB9D3A69F08}" destId="{2315A79E-2F24-4C62-862B-A3FDE7481193}" srcOrd="6" destOrd="0" presId="urn:microsoft.com/office/officeart/2018/2/layout/IconVerticalSolidList"/>
    <dgm:cxn modelId="{82798691-7C1F-45E9-83E3-E0FA9FDD4D28}" type="presParOf" srcId="{2315A79E-2F24-4C62-862B-A3FDE7481193}" destId="{AE34ED72-D76F-4401-8918-E97A288A1549}" srcOrd="0" destOrd="0" presId="urn:microsoft.com/office/officeart/2018/2/layout/IconVerticalSolidList"/>
    <dgm:cxn modelId="{C62E33CF-1948-4041-9BF8-276F4CF5E074}" type="presParOf" srcId="{2315A79E-2F24-4C62-862B-A3FDE7481193}" destId="{C8AEFAD2-5543-45D9-AD99-C9FC55A3E3EA}" srcOrd="1" destOrd="0" presId="urn:microsoft.com/office/officeart/2018/2/layout/IconVerticalSolidList"/>
    <dgm:cxn modelId="{33FD2C1F-1590-49E2-ACAD-D8917F9E7F02}" type="presParOf" srcId="{2315A79E-2F24-4C62-862B-A3FDE7481193}" destId="{AAEB16BD-FA55-40D5-8C5C-B79B3A39480C}" srcOrd="2" destOrd="0" presId="urn:microsoft.com/office/officeart/2018/2/layout/IconVerticalSolidList"/>
    <dgm:cxn modelId="{C9404332-81AA-496C-8C55-57FC56F98250}" type="presParOf" srcId="{2315A79E-2F24-4C62-862B-A3FDE7481193}" destId="{D923D663-EF5F-401A-AF51-9BBC9BCE1792}" srcOrd="3" destOrd="0" presId="urn:microsoft.com/office/officeart/2018/2/layout/IconVerticalSolidList"/>
    <dgm:cxn modelId="{1BDEFA21-1603-4095-82EF-BE7A107FF8A2}" type="presParOf" srcId="{2315A79E-2F24-4C62-862B-A3FDE7481193}" destId="{9F5902AC-0E0B-4629-A92D-BFFED7CC0E9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BD596-DAFB-45CF-B8B7-87F939CCED20}">
      <dsp:nvSpPr>
        <dsp:cNvPr id="0" name=""/>
        <dsp:cNvSpPr/>
      </dsp:nvSpPr>
      <dsp:spPr>
        <a:xfrm>
          <a:off x="0" y="1487"/>
          <a:ext cx="99059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5EC538-8EE7-420A-9E5B-86171E21223E}">
      <dsp:nvSpPr>
        <dsp:cNvPr id="0" name=""/>
        <dsp:cNvSpPr/>
      </dsp:nvSpPr>
      <dsp:spPr>
        <a:xfrm>
          <a:off x="228108" y="171155"/>
          <a:ext cx="414743" cy="414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D51C0-D5DD-4680-AD42-BD82C141C396}">
      <dsp:nvSpPr>
        <dsp:cNvPr id="0" name=""/>
        <dsp:cNvSpPr/>
      </dsp:nvSpPr>
      <dsp:spPr>
        <a:xfrm>
          <a:off x="870961" y="1487"/>
          <a:ext cx="4457699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/>
            <a:t>HTTP</a:t>
          </a:r>
          <a:endParaRPr lang="en-US" sz="2200" kern="1200"/>
        </a:p>
      </dsp:txBody>
      <dsp:txXfrm>
        <a:off x="870961" y="1487"/>
        <a:ext cx="4457699" cy="754078"/>
      </dsp:txXfrm>
    </dsp:sp>
    <dsp:sp modelId="{5C0BADB5-6BE3-4518-A64E-A8633E1F1FE4}">
      <dsp:nvSpPr>
        <dsp:cNvPr id="0" name=""/>
        <dsp:cNvSpPr/>
      </dsp:nvSpPr>
      <dsp:spPr>
        <a:xfrm>
          <a:off x="5328660" y="1487"/>
          <a:ext cx="4577338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Local – Mode 1</a:t>
          </a:r>
          <a:endParaRPr lang="en-US" sz="1800" kern="1200" dirty="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Local Access Point</a:t>
          </a:r>
        </a:p>
      </dsp:txBody>
      <dsp:txXfrm>
        <a:off x="5328660" y="1487"/>
        <a:ext cx="4577338" cy="754078"/>
      </dsp:txXfrm>
    </dsp:sp>
    <dsp:sp modelId="{311F3209-64F3-4FA6-85AA-F50B9FEA2583}">
      <dsp:nvSpPr>
        <dsp:cNvPr id="0" name=""/>
        <dsp:cNvSpPr/>
      </dsp:nvSpPr>
      <dsp:spPr>
        <a:xfrm>
          <a:off x="0" y="944086"/>
          <a:ext cx="99059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89B646-01FE-47BD-9FA6-DA599079F535}">
      <dsp:nvSpPr>
        <dsp:cNvPr id="0" name=""/>
        <dsp:cNvSpPr/>
      </dsp:nvSpPr>
      <dsp:spPr>
        <a:xfrm>
          <a:off x="228108" y="1113754"/>
          <a:ext cx="414743" cy="414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2F3D2-54B8-469B-B220-10E252D6D688}">
      <dsp:nvSpPr>
        <dsp:cNvPr id="0" name=""/>
        <dsp:cNvSpPr/>
      </dsp:nvSpPr>
      <dsp:spPr>
        <a:xfrm>
          <a:off x="870961" y="944086"/>
          <a:ext cx="4457699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 dirty="0"/>
            <a:t>MQTT</a:t>
          </a:r>
          <a:endParaRPr lang="en-US" sz="2200" kern="1200" dirty="0"/>
        </a:p>
      </dsp:txBody>
      <dsp:txXfrm>
        <a:off x="870961" y="944086"/>
        <a:ext cx="4457699" cy="754078"/>
      </dsp:txXfrm>
    </dsp:sp>
    <dsp:sp modelId="{046DD34E-BEBF-4CC1-9F38-609C7E4C9B11}">
      <dsp:nvSpPr>
        <dsp:cNvPr id="0" name=""/>
        <dsp:cNvSpPr/>
      </dsp:nvSpPr>
      <dsp:spPr>
        <a:xfrm>
          <a:off x="5328660" y="944086"/>
          <a:ext cx="4577338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Local – Via. Docker – Mode 2</a:t>
          </a:r>
          <a:endParaRPr lang="en-US" sz="1800" kern="1200" dirty="0"/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kern="1200" dirty="0"/>
            <a:t>Remote – Via. Docker + Cloudflare - Mode 3</a:t>
          </a:r>
          <a:endParaRPr lang="en-US" sz="1800" kern="1200" dirty="0"/>
        </a:p>
      </dsp:txBody>
      <dsp:txXfrm>
        <a:off x="5328660" y="944086"/>
        <a:ext cx="4577338" cy="754078"/>
      </dsp:txXfrm>
    </dsp:sp>
    <dsp:sp modelId="{B59C74BB-F734-42DB-A0AC-646B442F1175}">
      <dsp:nvSpPr>
        <dsp:cNvPr id="0" name=""/>
        <dsp:cNvSpPr/>
      </dsp:nvSpPr>
      <dsp:spPr>
        <a:xfrm>
          <a:off x="0" y="1886684"/>
          <a:ext cx="99059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DF1EC-D954-4D8D-9736-6B6D506B8468}">
      <dsp:nvSpPr>
        <dsp:cNvPr id="0" name=""/>
        <dsp:cNvSpPr/>
      </dsp:nvSpPr>
      <dsp:spPr>
        <a:xfrm>
          <a:off x="228108" y="2056352"/>
          <a:ext cx="414743" cy="414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E8DB0-28CD-4368-BC6B-180136E67572}">
      <dsp:nvSpPr>
        <dsp:cNvPr id="0" name=""/>
        <dsp:cNvSpPr/>
      </dsp:nvSpPr>
      <dsp:spPr>
        <a:xfrm>
          <a:off x="870961" y="1886684"/>
          <a:ext cx="4457699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LCD Display</a:t>
          </a:r>
          <a:endParaRPr lang="en-US" sz="2200" kern="1200" dirty="0"/>
        </a:p>
      </dsp:txBody>
      <dsp:txXfrm>
        <a:off x="870961" y="1886684"/>
        <a:ext cx="4457699" cy="754078"/>
      </dsp:txXfrm>
    </dsp:sp>
    <dsp:sp modelId="{77EE0132-F6BB-4770-9970-4171A038BAA5}">
      <dsp:nvSpPr>
        <dsp:cNvPr id="0" name=""/>
        <dsp:cNvSpPr/>
      </dsp:nvSpPr>
      <dsp:spPr>
        <a:xfrm>
          <a:off x="5328660" y="1886684"/>
          <a:ext cx="4577338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Local - Konstant</a:t>
          </a:r>
        </a:p>
      </dsp:txBody>
      <dsp:txXfrm>
        <a:off x="5328660" y="1886684"/>
        <a:ext cx="4577338" cy="754078"/>
      </dsp:txXfrm>
    </dsp:sp>
    <dsp:sp modelId="{AE34ED72-D76F-4401-8918-E97A288A1549}">
      <dsp:nvSpPr>
        <dsp:cNvPr id="0" name=""/>
        <dsp:cNvSpPr/>
      </dsp:nvSpPr>
      <dsp:spPr>
        <a:xfrm>
          <a:off x="0" y="2829283"/>
          <a:ext cx="9905999" cy="7540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EFAD2-5543-45D9-AD99-C9FC55A3E3EA}">
      <dsp:nvSpPr>
        <dsp:cNvPr id="0" name=""/>
        <dsp:cNvSpPr/>
      </dsp:nvSpPr>
      <dsp:spPr>
        <a:xfrm>
          <a:off x="228108" y="2998951"/>
          <a:ext cx="414743" cy="4147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3D663-EF5F-401A-AF51-9BBC9BCE1792}">
      <dsp:nvSpPr>
        <dsp:cNvPr id="0" name=""/>
        <dsp:cNvSpPr/>
      </dsp:nvSpPr>
      <dsp:spPr>
        <a:xfrm>
          <a:off x="870961" y="2829283"/>
          <a:ext cx="4457699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Serial Monitor</a:t>
          </a:r>
        </a:p>
      </dsp:txBody>
      <dsp:txXfrm>
        <a:off x="870961" y="2829283"/>
        <a:ext cx="4457699" cy="754078"/>
      </dsp:txXfrm>
    </dsp:sp>
    <dsp:sp modelId="{9F5902AC-0E0B-4629-A92D-BFFED7CC0E90}">
      <dsp:nvSpPr>
        <dsp:cNvPr id="0" name=""/>
        <dsp:cNvSpPr/>
      </dsp:nvSpPr>
      <dsp:spPr>
        <a:xfrm>
          <a:off x="5328660" y="2829283"/>
          <a:ext cx="4577338" cy="754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07" tIns="79807" rIns="79807" bIns="7980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Local – Connected via USB</a:t>
          </a:r>
        </a:p>
      </dsp:txBody>
      <dsp:txXfrm>
        <a:off x="5328660" y="2829283"/>
        <a:ext cx="4577338" cy="754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B7C74-77A7-4A33-999B-FDF7E06688B9}" type="datetimeFigureOut">
              <a:rPr lang="da-DK" smtClean="0"/>
              <a:t>18-12-2025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361D7-0E4D-4E98-AD6A-4963E6BB3F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4795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361D7-0E4D-4E98-AD6A-4963E6BB3F86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488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C7428-38BE-E5AD-CB64-10CDAB969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DD2F9FC-48EC-01CB-6ABC-1D7C9BB7C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3BA8FF2-64AA-C8A1-2050-D9575FAFB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70001D9-1EA0-FF92-AD7A-F2C84B0B0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361D7-0E4D-4E98-AD6A-4963E6BB3F86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0631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64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683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346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200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998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156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94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7913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666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48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561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15083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926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09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227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466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476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30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68ACACB-DD9E-4155-84BF-8E4D43DEC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8A7B0AF6-6256-4262-A76E-47B08EAB9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8034A3B1-2FBE-4771-84C6-797415E99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8BEC550-9D4A-1895-FEF4-BFAF1D4D5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29667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F3AEE19-128A-4FF8-954B-A9724F42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4" name="Round Diagonal Corner Rectangle 7">
              <a:extLst>
                <a:ext uri="{FF2B5EF4-FFF2-40B4-BE49-F238E27FC236}">
                  <a16:creationId xmlns:a16="http://schemas.microsoft.com/office/drawing/2014/main" id="{80F57FCB-2163-4EF8-B6A7-023F6B877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AB9C7F-4D09-4E13-BD9A-E5C14E37A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043B40A6-216C-4409-942A-16B4141973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6F5ED6F5-BEC7-4798-943B-12105A5178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45C6ABB9-CB59-444A-9A14-96A037BC42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C5F74DA3-506A-4911-BADD-B5DADFA9C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364BA096-7428-4C20-ABC8-CEBBC3E678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25CA3B41-F8C1-48AF-B4B0-83A0E662A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A2E4BFFC-0D72-4691-AC6F-6D446092C8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7E81AA48-AA02-4008-9B21-B1BB050424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08B8F28E-CB03-4B11-8575-F1AB3A12A3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6F2B917E-B873-4E35-8D18-F116784B5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id="{DA0EBFF7-C330-4AEE-806E-6A2D745425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id="{2A66CF61-D72F-4E03-B74E-4BDD67D1CA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04DE5338-105A-4EB0-8FE2-D41DC2F984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C9A1C85F-5B5B-47FA-8C0C-66F75C2741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0" name="Freeform 35">
                <a:extLst>
                  <a:ext uri="{FF2B5EF4-FFF2-40B4-BE49-F238E27FC236}">
                    <a16:creationId xmlns:a16="http://schemas.microsoft.com/office/drawing/2014/main" id="{75F79533-DD24-4E6A-83A1-9E21DF565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1" name="Freeform 36">
                <a:extLst>
                  <a:ext uri="{FF2B5EF4-FFF2-40B4-BE49-F238E27FC236}">
                    <a16:creationId xmlns:a16="http://schemas.microsoft.com/office/drawing/2014/main" id="{376D6142-024F-4BD4-95B7-A6D05EF59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id="{CD28FD54-698D-4BAD-92FC-289706745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3" name="Freeform 39">
                <a:extLst>
                  <a:ext uri="{FF2B5EF4-FFF2-40B4-BE49-F238E27FC236}">
                    <a16:creationId xmlns:a16="http://schemas.microsoft.com/office/drawing/2014/main" id="{47EFA16F-61E8-404C-840D-A8AE44F51F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4" name="Freeform 40">
                <a:extLst>
                  <a:ext uri="{FF2B5EF4-FFF2-40B4-BE49-F238E27FC236}">
                    <a16:creationId xmlns:a16="http://schemas.microsoft.com/office/drawing/2014/main" id="{09E4A29B-6AEB-4F87-9189-F506B278A7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id="{338E5AEE-F711-46EB-9890-E720C8B85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E5750D3-4AE5-9A5D-4892-9E4624241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da-DK" err="1"/>
              <a:t>Iot</a:t>
            </a:r>
            <a:r>
              <a:rPr lang="da-DK"/>
              <a:t> Klima Sensor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DABEA39-01F8-095E-FE63-493E74089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da-DK"/>
              <a:t>ZBC Ringsted – </a:t>
            </a:r>
            <a:r>
              <a:rPr lang="da-DK" err="1"/>
              <a:t>Datatekniker</a:t>
            </a:r>
            <a:r>
              <a:rPr lang="da-DK"/>
              <a:t> - Martin Sandgaard</a:t>
            </a:r>
          </a:p>
        </p:txBody>
      </p:sp>
    </p:spTree>
    <p:extLst>
      <p:ext uri="{BB962C8B-B14F-4D97-AF65-F5344CB8AC3E}">
        <p14:creationId xmlns:p14="http://schemas.microsoft.com/office/powerpoint/2010/main" val="169696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9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0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4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5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6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8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0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1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2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3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4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5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6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8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79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0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1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2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3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4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5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6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7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8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89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0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1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2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93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68ACACB-DD9E-4155-84BF-8E4D43DEC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6" name="Rectangle 95">
              <a:extLst>
                <a:ext uri="{FF2B5EF4-FFF2-40B4-BE49-F238E27FC236}">
                  <a16:creationId xmlns:a16="http://schemas.microsoft.com/office/drawing/2014/main" id="{8A7B0AF6-6256-4262-A76E-47B08EAB9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7" name="Picture 2">
              <a:extLst>
                <a:ext uri="{FF2B5EF4-FFF2-40B4-BE49-F238E27FC236}">
                  <a16:creationId xmlns:a16="http://schemas.microsoft.com/office/drawing/2014/main" id="{8034A3B1-2FBE-4771-84C6-797415E99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2" name="Picture 19" descr="En væg, der er malet med en pil og en målskiven">
            <a:extLst>
              <a:ext uri="{FF2B5EF4-FFF2-40B4-BE49-F238E27FC236}">
                <a16:creationId xmlns:a16="http://schemas.microsoft.com/office/drawing/2014/main" id="{9EC0CEDB-4528-BFB1-C520-06BEEF3236B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/>
          </a:blip>
          <a:srcRect t="10154" b="11152"/>
          <a:stretch>
            <a:fillRect/>
          </a:stretch>
        </p:blipFill>
        <p:spPr>
          <a:xfrm>
            <a:off x="3611" y="10"/>
            <a:ext cx="12188389" cy="6857990"/>
          </a:xfrm>
          <a:prstGeom prst="rect">
            <a:avLst/>
          </a:prstGeom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BF3AEE19-128A-4FF8-954B-A9724F42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00" name="Round Diagonal Corner Rectangle 7">
              <a:extLst>
                <a:ext uri="{FF2B5EF4-FFF2-40B4-BE49-F238E27FC236}">
                  <a16:creationId xmlns:a16="http://schemas.microsoft.com/office/drawing/2014/main" id="{80F57FCB-2163-4EF8-B6A7-023F6B877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77AB9C7F-4D09-4E13-BD9A-E5C14E37AF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02" name="Freeform 32">
                <a:extLst>
                  <a:ext uri="{FF2B5EF4-FFF2-40B4-BE49-F238E27FC236}">
                    <a16:creationId xmlns:a16="http://schemas.microsoft.com/office/drawing/2014/main" id="{043B40A6-216C-4409-942A-16B4141973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3" name="Freeform 33">
                <a:extLst>
                  <a:ext uri="{FF2B5EF4-FFF2-40B4-BE49-F238E27FC236}">
                    <a16:creationId xmlns:a16="http://schemas.microsoft.com/office/drawing/2014/main" id="{6F5ED6F5-BEC7-4798-943B-12105A5178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4" name="Freeform 34">
                <a:extLst>
                  <a:ext uri="{FF2B5EF4-FFF2-40B4-BE49-F238E27FC236}">
                    <a16:creationId xmlns:a16="http://schemas.microsoft.com/office/drawing/2014/main" id="{45C6ABB9-CB59-444A-9A14-96A037BC42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5" name="Freeform 37">
                <a:extLst>
                  <a:ext uri="{FF2B5EF4-FFF2-40B4-BE49-F238E27FC236}">
                    <a16:creationId xmlns:a16="http://schemas.microsoft.com/office/drawing/2014/main" id="{C5F74DA3-506A-4911-BADD-B5DADFA9C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6" name="Freeform 35">
                <a:extLst>
                  <a:ext uri="{FF2B5EF4-FFF2-40B4-BE49-F238E27FC236}">
                    <a16:creationId xmlns:a16="http://schemas.microsoft.com/office/drawing/2014/main" id="{364BA096-7428-4C20-ABC8-CEBBC3E678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7" name="Freeform 36">
                <a:extLst>
                  <a:ext uri="{FF2B5EF4-FFF2-40B4-BE49-F238E27FC236}">
                    <a16:creationId xmlns:a16="http://schemas.microsoft.com/office/drawing/2014/main" id="{25CA3B41-F8C1-48AF-B4B0-83A0E662A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8" name="Freeform 38">
                <a:extLst>
                  <a:ext uri="{FF2B5EF4-FFF2-40B4-BE49-F238E27FC236}">
                    <a16:creationId xmlns:a16="http://schemas.microsoft.com/office/drawing/2014/main" id="{A2E4BFFC-0D72-4691-AC6F-6D446092C8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09" name="Freeform 39">
                <a:extLst>
                  <a:ext uri="{FF2B5EF4-FFF2-40B4-BE49-F238E27FC236}">
                    <a16:creationId xmlns:a16="http://schemas.microsoft.com/office/drawing/2014/main" id="{7E81AA48-AA02-4008-9B21-B1BB050424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0" name="Freeform 40">
                <a:extLst>
                  <a:ext uri="{FF2B5EF4-FFF2-40B4-BE49-F238E27FC236}">
                    <a16:creationId xmlns:a16="http://schemas.microsoft.com/office/drawing/2014/main" id="{08B8F28E-CB03-4B11-8575-F1AB3A12A3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1" name="Rectangle 41">
                <a:extLst>
                  <a:ext uri="{FF2B5EF4-FFF2-40B4-BE49-F238E27FC236}">
                    <a16:creationId xmlns:a16="http://schemas.microsoft.com/office/drawing/2014/main" id="{6F2B917E-B873-4E35-8D18-F116784B5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2" name="Freeform 32">
                <a:extLst>
                  <a:ext uri="{FF2B5EF4-FFF2-40B4-BE49-F238E27FC236}">
                    <a16:creationId xmlns:a16="http://schemas.microsoft.com/office/drawing/2014/main" id="{DA0EBFF7-C330-4AEE-806E-6A2D745425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3" name="Freeform 33">
                <a:extLst>
                  <a:ext uri="{FF2B5EF4-FFF2-40B4-BE49-F238E27FC236}">
                    <a16:creationId xmlns:a16="http://schemas.microsoft.com/office/drawing/2014/main" id="{2A66CF61-D72F-4E03-B74E-4BDD67D1CA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4" name="Freeform 34">
                <a:extLst>
                  <a:ext uri="{FF2B5EF4-FFF2-40B4-BE49-F238E27FC236}">
                    <a16:creationId xmlns:a16="http://schemas.microsoft.com/office/drawing/2014/main" id="{04DE5338-105A-4EB0-8FE2-D41DC2F984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5" name="Freeform 37">
                <a:extLst>
                  <a:ext uri="{FF2B5EF4-FFF2-40B4-BE49-F238E27FC236}">
                    <a16:creationId xmlns:a16="http://schemas.microsoft.com/office/drawing/2014/main" id="{C9A1C85F-5B5B-47FA-8C0C-66F75C2741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6" name="Freeform 35">
                <a:extLst>
                  <a:ext uri="{FF2B5EF4-FFF2-40B4-BE49-F238E27FC236}">
                    <a16:creationId xmlns:a16="http://schemas.microsoft.com/office/drawing/2014/main" id="{75F79533-DD24-4E6A-83A1-9E21DF5651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7" name="Freeform 36">
                <a:extLst>
                  <a:ext uri="{FF2B5EF4-FFF2-40B4-BE49-F238E27FC236}">
                    <a16:creationId xmlns:a16="http://schemas.microsoft.com/office/drawing/2014/main" id="{376D6142-024F-4BD4-95B7-A6D05EF59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8" name="Freeform 38">
                <a:extLst>
                  <a:ext uri="{FF2B5EF4-FFF2-40B4-BE49-F238E27FC236}">
                    <a16:creationId xmlns:a16="http://schemas.microsoft.com/office/drawing/2014/main" id="{CD28FD54-698D-4BAD-92FC-289706745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19" name="Freeform 39">
                <a:extLst>
                  <a:ext uri="{FF2B5EF4-FFF2-40B4-BE49-F238E27FC236}">
                    <a16:creationId xmlns:a16="http://schemas.microsoft.com/office/drawing/2014/main" id="{47EFA16F-61E8-404C-840D-A8AE44F51F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0" name="Freeform 40">
                <a:extLst>
                  <a:ext uri="{FF2B5EF4-FFF2-40B4-BE49-F238E27FC236}">
                    <a16:creationId xmlns:a16="http://schemas.microsoft.com/office/drawing/2014/main" id="{09E4A29B-6AEB-4F87-9189-F506B278A7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121" name="Rectangle 41">
                <a:extLst>
                  <a:ext uri="{FF2B5EF4-FFF2-40B4-BE49-F238E27FC236}">
                    <a16:creationId xmlns:a16="http://schemas.microsoft.com/office/drawing/2014/main" id="{338E5AEE-F711-46EB-9890-E720C8B85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90A8CC6-AAB2-B90E-CDBC-2C2E418C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Projektets mål</a:t>
            </a:r>
          </a:p>
        </p:txBody>
      </p:sp>
    </p:spTree>
    <p:extLst>
      <p:ext uri="{BB962C8B-B14F-4D97-AF65-F5344CB8AC3E}">
        <p14:creationId xmlns:p14="http://schemas.microsoft.com/office/powerpoint/2010/main" val="44316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16965-EFF5-AD1D-B092-E5D98605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At kunne fremstille et </a:t>
            </a:r>
            <a:r>
              <a:rPr lang="da-DK" dirty="0" err="1"/>
              <a:t>iot</a:t>
            </a:r>
            <a:r>
              <a:rPr lang="da-DK" dirty="0"/>
              <a:t> </a:t>
            </a:r>
            <a:r>
              <a:rPr lang="da-DK" dirty="0" err="1"/>
              <a:t>device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3376EC-C8E6-BD11-33A5-93142AFD91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Design af sensor hub</a:t>
            </a:r>
          </a:p>
          <a:p>
            <a:pPr lvl="1"/>
            <a:r>
              <a:rPr lang="da-DK" dirty="0"/>
              <a:t>Hvilke sensorer var til rådighed</a:t>
            </a:r>
          </a:p>
          <a:p>
            <a:pPr lvl="1"/>
            <a:r>
              <a:rPr lang="da-DK" dirty="0"/>
              <a:t>Hvilke var relevante</a:t>
            </a:r>
          </a:p>
          <a:p>
            <a:r>
              <a:rPr lang="da-DK" dirty="0"/>
              <a:t>Data indsamling</a:t>
            </a:r>
          </a:p>
          <a:p>
            <a:pPr lvl="1"/>
            <a:r>
              <a:rPr lang="da-DK" dirty="0"/>
              <a:t>Hvad kunne lade sig gøre</a:t>
            </a:r>
          </a:p>
          <a:p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E74262E-197C-3325-B59D-2957F0DC91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da-DK" dirty="0"/>
              <a:t>Data overførsel</a:t>
            </a:r>
          </a:p>
          <a:p>
            <a:pPr lvl="1"/>
            <a:r>
              <a:rPr lang="da-DK" dirty="0"/>
              <a:t>Hvordan kunne jeg gøre det</a:t>
            </a:r>
          </a:p>
          <a:p>
            <a:r>
              <a:rPr lang="da-DK" dirty="0"/>
              <a:t>Data præsentation</a:t>
            </a:r>
          </a:p>
          <a:p>
            <a:pPr lvl="1"/>
            <a:r>
              <a:rPr lang="da-DK" dirty="0"/>
              <a:t>Hvordan kunne data gøres brugbar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05F05CC1-7A80-C2FC-9FF3-39B2EB355E18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D42A41E-0D9C-C759-72CE-DF87C45C5C30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23A2FEA-509F-4FD4-89F0-26CD63528628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0E59FDA4-7D8C-A7CC-0B61-11ADE4A3ABE7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145261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8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6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9" name="Rectangle 68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Elektronisk kredsløbskort">
            <a:extLst>
              <a:ext uri="{FF2B5EF4-FFF2-40B4-BE49-F238E27FC236}">
                <a16:creationId xmlns:a16="http://schemas.microsoft.com/office/drawing/2014/main" id="{B8A0CB88-CF66-378B-C614-C8196DA1BBA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t="15705"/>
          <a:stretch>
            <a:fillRect/>
          </a:stretch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73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8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79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0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1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2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3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4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5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6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7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8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89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0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1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2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3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  <p:sp>
            <p:nvSpPr>
              <p:cNvPr id="94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a-DK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C6BE568-6ECF-BA6D-D138-2BB3D758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Design af sensor hub</a:t>
            </a:r>
          </a:p>
        </p:txBody>
      </p:sp>
    </p:spTree>
    <p:extLst>
      <p:ext uri="{BB962C8B-B14F-4D97-AF65-F5344CB8AC3E}">
        <p14:creationId xmlns:p14="http://schemas.microsoft.com/office/powerpoint/2010/main" val="2996386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E81D4-19FD-3983-DFBC-9187C13C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617" y="198782"/>
            <a:ext cx="3209717" cy="1557130"/>
          </a:xfrm>
        </p:spPr>
        <p:txBody>
          <a:bodyPr>
            <a:normAutofit fontScale="90000"/>
          </a:bodyPr>
          <a:lstStyle/>
          <a:p>
            <a:r>
              <a:rPr lang="da-DK" dirty="0"/>
              <a:t>Relevante, tilgængelige sensorer</a:t>
            </a: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AFB82C9D-9959-CD31-50A9-DDCD199D0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51400"/>
              </p:ext>
            </p:extLst>
          </p:nvPr>
        </p:nvGraphicFramePr>
        <p:xfrm>
          <a:off x="1828800" y="1890805"/>
          <a:ext cx="9502250" cy="426583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88580">
                  <a:extLst>
                    <a:ext uri="{9D8B030D-6E8A-4147-A177-3AD203B41FA5}">
                      <a16:colId xmlns:a16="http://schemas.microsoft.com/office/drawing/2014/main" val="2758916803"/>
                    </a:ext>
                  </a:extLst>
                </a:gridCol>
                <a:gridCol w="3056835">
                  <a:extLst>
                    <a:ext uri="{9D8B030D-6E8A-4147-A177-3AD203B41FA5}">
                      <a16:colId xmlns:a16="http://schemas.microsoft.com/office/drawing/2014/main" val="3356018783"/>
                    </a:ext>
                  </a:extLst>
                </a:gridCol>
                <a:gridCol w="3056835">
                  <a:extLst>
                    <a:ext uri="{9D8B030D-6E8A-4147-A177-3AD203B41FA5}">
                      <a16:colId xmlns:a16="http://schemas.microsoft.com/office/drawing/2014/main" val="1158152456"/>
                    </a:ext>
                  </a:extLst>
                </a:gridCol>
              </a:tblGrid>
              <a:tr h="334575">
                <a:tc>
                  <a:txBody>
                    <a:bodyPr/>
                    <a:lstStyle/>
                    <a:p>
                      <a:r>
                        <a:rPr lang="da-DK" sz="1600" dirty="0"/>
                        <a:t>Sensor navn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Måler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Enhed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113757048"/>
                  </a:ext>
                </a:extLst>
              </a:tr>
              <a:tr h="585506">
                <a:tc>
                  <a:txBody>
                    <a:bodyPr/>
                    <a:lstStyle/>
                    <a:p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LDR (Light Dependent Resistor) LM393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Lys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Analog volt =&gt; Lux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198555822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Ky-38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Lyd + Registrering af klap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Lydniveau(</a:t>
                      </a:r>
                      <a:r>
                        <a:rPr lang="da-DK" sz="1400" dirty="0" err="1"/>
                        <a:t>custom</a:t>
                      </a:r>
                      <a:r>
                        <a:rPr lang="da-DK" sz="1400" dirty="0"/>
                        <a:t> </a:t>
                      </a:r>
                      <a:r>
                        <a:rPr lang="da-DK" sz="1400" dirty="0" err="1"/>
                        <a:t>levels</a:t>
                      </a:r>
                      <a:r>
                        <a:rPr lang="da-DK" sz="1400" dirty="0"/>
                        <a:t>): 1-15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959908491"/>
                  </a:ext>
                </a:extLst>
              </a:tr>
              <a:tr h="585506">
                <a:tc>
                  <a:txBody>
                    <a:bodyPr/>
                    <a:lstStyle/>
                    <a:p>
                      <a:r>
                        <a:rPr lang="da-DK" sz="1400" dirty="0"/>
                        <a:t>DHT11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Fugt+Temperatur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Hvor meget vand luften holder vs. Hvor meget den kan holde, i procent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493960824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DS18B20 </a:t>
                      </a:r>
                      <a:r>
                        <a:rPr lang="da-DK" sz="1400" dirty="0" err="1"/>
                        <a:t>Temperature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Temperatur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Celsius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598744165"/>
                  </a:ext>
                </a:extLst>
              </a:tr>
              <a:tr h="836437">
                <a:tc>
                  <a:txBody>
                    <a:bodyPr/>
                    <a:lstStyle/>
                    <a:p>
                      <a:r>
                        <a:rPr lang="da-DK" sz="1400" dirty="0"/>
                        <a:t>Metal </a:t>
                      </a:r>
                      <a:r>
                        <a:rPr lang="da-DK" sz="1400" dirty="0" err="1"/>
                        <a:t>Oxide</a:t>
                      </a:r>
                      <a:r>
                        <a:rPr lang="da-DK" sz="1400" dirty="0"/>
                        <a:t> Semiconductor(MQ2)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Gas arter(LPG(f.eks. Propan gas), røg, alkohol, propan, hydrogen, </a:t>
                      </a:r>
                      <a:r>
                        <a:rPr lang="da-DK" sz="1400" dirty="0" err="1"/>
                        <a:t>methan</a:t>
                      </a:r>
                      <a:r>
                        <a:rPr lang="da-DK" sz="1400" dirty="0"/>
                        <a:t>, kulilte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Ppm(parts per million)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3040137242"/>
                  </a:ext>
                </a:extLst>
              </a:tr>
              <a:tr h="5855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Gravity</a:t>
                      </a:r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Analog </a:t>
                      </a:r>
                      <a:r>
                        <a:rPr lang="da-DK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Electrochemical</a:t>
                      </a:r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CO2 Sensor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Co2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Ppm(parts per million)</a:t>
                      </a:r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856570868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HC-SR501 PIR Motion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Bevægelse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Binary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2303138309"/>
                  </a:ext>
                </a:extLst>
              </a:tr>
              <a:tr h="334575">
                <a:tc>
                  <a:txBody>
                    <a:bodyPr/>
                    <a:lstStyle/>
                    <a:p>
                      <a:r>
                        <a:rPr lang="da-DK" sz="1400" dirty="0"/>
                        <a:t>Grove </a:t>
                      </a:r>
                      <a:r>
                        <a:rPr lang="da-DK" sz="1400" dirty="0" err="1"/>
                        <a:t>Dust</a:t>
                      </a:r>
                      <a:r>
                        <a:rPr lang="da-DK" sz="1400" dirty="0"/>
                        <a:t> Sensor (PPD42NS)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Støv</a:t>
                      </a:r>
                    </a:p>
                  </a:txBody>
                  <a:tcPr marL="83644" marR="83644" marT="41822" marB="41822"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 level(Particulate Matter level) </a:t>
                      </a:r>
                      <a:endParaRPr lang="da-DK" sz="1400" dirty="0"/>
                    </a:p>
                  </a:txBody>
                  <a:tcPr marL="83644" marR="83644" marT="41822" marB="41822"/>
                </a:tc>
                <a:extLst>
                  <a:ext uri="{0D108BD9-81ED-4DB2-BD59-A6C34878D82A}">
                    <a16:rowId xmlns:a16="http://schemas.microsoft.com/office/drawing/2014/main" val="1606171000"/>
                  </a:ext>
                </a:extLst>
              </a:tr>
            </a:tbl>
          </a:graphicData>
        </a:graphic>
      </p:graphicFrame>
      <p:sp>
        <p:nvSpPr>
          <p:cNvPr id="3" name="Parallelogram 2">
            <a:extLst>
              <a:ext uri="{FF2B5EF4-FFF2-40B4-BE49-F238E27FC236}">
                <a16:creationId xmlns:a16="http://schemas.microsoft.com/office/drawing/2014/main" id="{8A9BA190-F61F-4869-A516-1D81FA783655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ACA0AF4-E3AE-4CB2-7079-67E7F065B5E2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D4B0B2D-C098-8425-5F35-CA75323B238C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803EC0BB-DE20-B1F2-076F-35B02752A284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50598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ladsholder til indhold 4" descr="Et billede, der indeholder Elarbejde, Elektroteknik, elektronik, kable&#10;&#10;AI-genereret indhold kan være ukorrekt.">
            <a:extLst>
              <a:ext uri="{FF2B5EF4-FFF2-40B4-BE49-F238E27FC236}">
                <a16:creationId xmlns:a16="http://schemas.microsoft.com/office/drawing/2014/main" id="{483E7456-2692-39B8-91A8-8249DF2E8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025755" y="767562"/>
            <a:ext cx="6140490" cy="4605366"/>
          </a:xfrm>
        </p:spPr>
      </p:pic>
      <p:sp>
        <p:nvSpPr>
          <p:cNvPr id="3" name="Parallelogram 2">
            <a:extLst>
              <a:ext uri="{FF2B5EF4-FFF2-40B4-BE49-F238E27FC236}">
                <a16:creationId xmlns:a16="http://schemas.microsoft.com/office/drawing/2014/main" id="{D7182C9D-EC02-85A5-B5D9-1B6261EFD83F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F36E4EA3-E4BB-CE2C-137D-A713042D603D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C26B574-7BD0-A114-01A8-9CAD4BE6382B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668763C7-955F-E029-3CDB-38C04F71B733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144243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CD2CF-D1C7-483A-FEF0-7B0A4518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tekst, diagram, Plan, skematisk&#10;&#10;AI-genereret indhold kan være ukorrekt.">
            <a:extLst>
              <a:ext uri="{FF2B5EF4-FFF2-40B4-BE49-F238E27FC236}">
                <a16:creationId xmlns:a16="http://schemas.microsoft.com/office/drawing/2014/main" id="{184F94A9-6D02-2B02-73E5-264F789ED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11" y="-309677"/>
            <a:ext cx="9670999" cy="6841673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Parallelogram 1">
            <a:extLst>
              <a:ext uri="{FF2B5EF4-FFF2-40B4-BE49-F238E27FC236}">
                <a16:creationId xmlns:a16="http://schemas.microsoft.com/office/drawing/2014/main" id="{134D223D-5128-8C24-6F70-BB1F13D52992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FECB52AA-3194-E927-47B3-F83D415994C8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829E9497-015F-4164-ACD6-D862859507CB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6C083222-49F2-9E6F-62CC-D08A4BDDF931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2732258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DF7D-D167-E122-A336-E94FC54E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37956FDE-44DE-2987-B949-A64314CF9775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8A207B0A-F4A9-27E0-93EF-9A034E13A3F7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84E72F11-5CC4-7F48-64E3-A4868C970FAB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475DC2A-3D16-21C5-DED6-F9D80EA24C50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63301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1038-9040-B2FD-638B-31473206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E4DA9ED0-8338-BF40-3BBA-57F223099DE6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615C4B7D-E3A9-44BB-20FE-7A56C1A73B9D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FFCA1BFE-46A9-8432-50C2-BA54278FCE90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ADC58705-512A-A1DB-700C-072D19E01C1C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  <p:pic>
        <p:nvPicPr>
          <p:cNvPr id="7" name="Billede 6" descr="Et billede, der indeholder elektronik, Elarbejde, kable, Elektroteknik&#10;&#10;AI-genereret indhold kan være ukorrekt.">
            <a:extLst>
              <a:ext uri="{FF2B5EF4-FFF2-40B4-BE49-F238E27FC236}">
                <a16:creationId xmlns:a16="http://schemas.microsoft.com/office/drawing/2014/main" id="{5C5A2480-36DF-4AAA-B121-CB8630260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0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FAC65-FF43-6329-4F45-7BD6BDB2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D56D543-0936-9014-0844-F1FC08AE8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Data </a:t>
            </a:r>
            <a:r>
              <a:rPr lang="en-US" sz="4800" dirty="0" err="1">
                <a:solidFill>
                  <a:srgbClr val="FFFFFF"/>
                </a:solidFill>
              </a:rPr>
              <a:t>indsamling</a:t>
            </a:r>
            <a:endParaRPr lang="en-US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248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4DF4-54AE-B063-13FF-DE62105B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8EC51-0EE2-ECEA-9EC3-9CD13A38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kunne lade sig gøre</a:t>
            </a:r>
          </a:p>
        </p:txBody>
      </p:sp>
      <p:graphicFrame>
        <p:nvGraphicFramePr>
          <p:cNvPr id="21" name="Pladsholder til indhold 2">
            <a:extLst>
              <a:ext uri="{FF2B5EF4-FFF2-40B4-BE49-F238E27FC236}">
                <a16:creationId xmlns:a16="http://schemas.microsoft.com/office/drawing/2014/main" id="{74C75BCA-0110-7D07-ADFD-E4B9E18AB3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2671160"/>
              </p:ext>
            </p:extLst>
          </p:nvPr>
        </p:nvGraphicFramePr>
        <p:xfrm>
          <a:off x="1141413" y="2097088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ktangel 2">
            <a:extLst>
              <a:ext uri="{FF2B5EF4-FFF2-40B4-BE49-F238E27FC236}">
                <a16:creationId xmlns:a16="http://schemas.microsoft.com/office/drawing/2014/main" id="{902411B4-7B3C-E577-D842-00894AE5467F}"/>
              </a:ext>
            </a:extLst>
          </p:cNvPr>
          <p:cNvSpPr/>
          <p:nvPr/>
        </p:nvSpPr>
        <p:spPr>
          <a:xfrm>
            <a:off x="6419088" y="3429000"/>
            <a:ext cx="4414012" cy="329184"/>
          </a:xfrm>
          <a:prstGeom prst="rect">
            <a:avLst/>
          </a:prstGeom>
          <a:noFill/>
          <a:ln w="38100" cap="flat" cmpd="sng" algn="ctr">
            <a:gradFill>
              <a:gsLst>
                <a:gs pos="0">
                  <a:srgbClr val="002060"/>
                </a:gs>
                <a:gs pos="52000">
                  <a:schemeClr val="bg2">
                    <a:lumMod val="60000"/>
                    <a:lumOff val="40000"/>
                  </a:schemeClr>
                </a:gs>
                <a:gs pos="83000">
                  <a:schemeClr val="tx2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10800000" scaled="0"/>
            </a:gradFill>
            <a:prstDash val="solid"/>
            <a:round/>
            <a:headEnd type="none" w="med" len="med"/>
            <a:tailEnd type="none" w="med" len="med"/>
          </a:ln>
          <a:effectLst>
            <a:glow rad="63500">
              <a:schemeClr val="tx2">
                <a:alpha val="40000"/>
              </a:schemeClr>
            </a:glow>
            <a:softEdge rad="127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6838E93C-056C-940E-2A53-38601594EEAD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4FFEAEE0-016E-D433-9A3B-C5DE9F195755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1CE0DA2-F8E7-4325-9541-C0DA1ACC9EF4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C580AA02-C7A4-02BE-0340-DAC5B3CBC8F6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148161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ladsholder til indhold 16" descr="Et billede, der indeholder tekst, skærmbillede, diagram, linje/række&#10;&#10;AI-genereret indhold kan være ukorrekt.">
            <a:extLst>
              <a:ext uri="{FF2B5EF4-FFF2-40B4-BE49-F238E27FC236}">
                <a16:creationId xmlns:a16="http://schemas.microsoft.com/office/drawing/2014/main" id="{0B8E7C9B-F52C-E06A-6BFA-D1EC3EE18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472843"/>
            <a:ext cx="11729074" cy="4994631"/>
          </a:xfrm>
          <a:effectLst>
            <a:softEdge rad="1270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85A0628-541B-F350-2BD7-DD7BE7F2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293" y="144378"/>
            <a:ext cx="2737568" cy="489669"/>
          </a:xfrm>
        </p:spPr>
        <p:txBody>
          <a:bodyPr>
            <a:normAutofit fontScale="90000"/>
          </a:bodyPr>
          <a:lstStyle/>
          <a:p>
            <a:r>
              <a:rPr lang="da-DK" dirty="0"/>
              <a:t>Remote </a:t>
            </a:r>
            <a:r>
              <a:rPr lang="da-DK" dirty="0" err="1"/>
              <a:t>mqtt</a:t>
            </a:r>
            <a:endParaRPr lang="da-DK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5FDA5D5E-A8B1-BD5C-A8A9-ECF8F1C38450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C7EE3792-BE45-B129-7BC3-B5850B4C40B4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DF19CD9D-8771-93B8-7D19-AAB69D314607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AAA399E-DDA2-27FF-95FC-7A3F286AB46C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4186408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tekst, skærmbillede, nummer/tal, Font/skrifttype&#10;&#10;AI-genereret indhold kan være ukorrekt.">
            <a:extLst>
              <a:ext uri="{FF2B5EF4-FFF2-40B4-BE49-F238E27FC236}">
                <a16:creationId xmlns:a16="http://schemas.microsoft.com/office/drawing/2014/main" id="{C30A1A25-BA17-552A-3ECA-7525C1459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50" y="835543"/>
            <a:ext cx="10277477" cy="5186914"/>
          </a:xfrm>
          <a:prstGeom prst="rect">
            <a:avLst/>
          </a:prstGeom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1BB0064B-CE75-D7F4-A467-0BAB72E5775A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CD13C69-B253-6A62-A6A7-F0AE2A7F5642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2E2F82DE-E932-A613-C6CC-2528E5AAEDD5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6E2D02C-B63E-C7A8-CDC5-4252F6B4A158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28280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skærmbillede, Elektronisk enhed, multimedier, tastatur&#10;&#10;AI-genereret indhold kan være ukorrekt.">
            <a:extLst>
              <a:ext uri="{FF2B5EF4-FFF2-40B4-BE49-F238E27FC236}">
                <a16:creationId xmlns:a16="http://schemas.microsoft.com/office/drawing/2014/main" id="{B8DF8B3A-ACDF-51AB-AAF8-D6D5ECC6F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65" y="1823524"/>
            <a:ext cx="11287225" cy="3210951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85E314A6-1F29-8CC7-3EC9-FA5829E92B1B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2F7B3F5-48C9-1F04-5764-5DE3E43EFEB4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DCE7BE5E-E6CC-BF42-85C4-498EB3E89F09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1F819658-F447-82EC-25F1-446E96289C21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272262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tekst, skærmbillede, diagram, linje/række&#10;&#10;AI-genereret indhold kan være ukorrekt.">
            <a:extLst>
              <a:ext uri="{FF2B5EF4-FFF2-40B4-BE49-F238E27FC236}">
                <a16:creationId xmlns:a16="http://schemas.microsoft.com/office/drawing/2014/main" id="{CB9E44BA-6BB3-251A-A1DE-F9F17BF97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00" y="-210668"/>
            <a:ext cx="7694999" cy="6847357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Parallelogram 1">
            <a:extLst>
              <a:ext uri="{FF2B5EF4-FFF2-40B4-BE49-F238E27FC236}">
                <a16:creationId xmlns:a16="http://schemas.microsoft.com/office/drawing/2014/main" id="{2A368336-97D5-3C91-275F-595C7CEB86BB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696B4164-2FA4-92D0-73E8-2CEE3EBDC895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C2FAB8CE-03C1-4FF1-D6EB-0E6AF8C0DE90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BA8015F-6736-F06D-97D4-26086C5B000F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</p:spTree>
    <p:extLst>
      <p:ext uri="{BB962C8B-B14F-4D97-AF65-F5344CB8AC3E}">
        <p14:creationId xmlns:p14="http://schemas.microsoft.com/office/powerpoint/2010/main" val="353785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9602-54E1-8B78-FE27-C33BE667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44234A58-A7B3-59AB-CE04-9103203DF7FE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DFDAA7F1-7448-4B2B-96CC-07A1E47190D0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C5AEE989-C289-0C21-A462-6BA76113F50B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22DE23BB-7F2F-2D7B-74F2-CAFAD88548C7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  <p:pic>
        <p:nvPicPr>
          <p:cNvPr id="8" name="Billede 7" descr="Et billede, der indeholder elektronik, Elektronisk enhed, multimedier, gadget&#10;&#10;AI-genereret indhold kan være ukorrekt.">
            <a:extLst>
              <a:ext uri="{FF2B5EF4-FFF2-40B4-BE49-F238E27FC236}">
                <a16:creationId xmlns:a16="http://schemas.microsoft.com/office/drawing/2014/main" id="{08B6AAB6-F7A6-E747-FE1A-D1E21E257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511" y="389614"/>
            <a:ext cx="7447722" cy="558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8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ladsholder til indhold 11" descr="Et billede, der indeholder tekst, indendørs, gul, jord&#10;&#10;AI-genereret indhold kan være ukorrekt.">
            <a:extLst>
              <a:ext uri="{FF2B5EF4-FFF2-40B4-BE49-F238E27FC236}">
                <a16:creationId xmlns:a16="http://schemas.microsoft.com/office/drawing/2014/main" id="{376CCF76-5D83-9FDC-B2C0-9C14377A5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95" y="221310"/>
            <a:ext cx="4118777" cy="3089083"/>
          </a:xfrm>
          <a:effectLst>
            <a:softEdge rad="317500"/>
          </a:effec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BCF15E59-27F8-40EF-92D0-6B906A93CC5F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04F5FEB0-2EA9-4CF6-2858-E70EBD9344DC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81E8EDE6-8549-F561-AF75-6675CA10C7AA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1732F40-AC7B-B91D-8420-601A008D8E7B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  <p:pic>
        <p:nvPicPr>
          <p:cNvPr id="14" name="Billede 13" descr="Et billede, der indeholder tekst, gul, indendørs, gulv&#10;&#10;AI-genereret indhold kan være ukorrekt.">
            <a:extLst>
              <a:ext uri="{FF2B5EF4-FFF2-40B4-BE49-F238E27FC236}">
                <a16:creationId xmlns:a16="http://schemas.microsoft.com/office/drawing/2014/main" id="{BFFBD5A9-E7F7-F3BD-8D2B-C9AC4FB52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20" y="2070983"/>
            <a:ext cx="4118777" cy="3089083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16" name="Billede 15" descr="Et billede, der indeholder tekst, gul, indendørs, jord&#10;&#10;AI-genereret indhold kan være ukorrekt.">
            <a:extLst>
              <a:ext uri="{FF2B5EF4-FFF2-40B4-BE49-F238E27FC236}">
                <a16:creationId xmlns:a16="http://schemas.microsoft.com/office/drawing/2014/main" id="{C7894E28-4CC5-90DC-4793-3CDD8C5465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771" y="3639684"/>
            <a:ext cx="4055168" cy="3041376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18" name="Billede 17" descr="Et billede, der indeholder indendørs, gul&#10;&#10;AI-genereret indhold kan være ukorrekt.">
            <a:extLst>
              <a:ext uri="{FF2B5EF4-FFF2-40B4-BE49-F238E27FC236}">
                <a16:creationId xmlns:a16="http://schemas.microsoft.com/office/drawing/2014/main" id="{5AF3C84E-4DEB-6DDA-54D8-BB39B29AF7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80" y="3547608"/>
            <a:ext cx="4055166" cy="3041375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20" name="Billede 19" descr="Et billede, der indeholder tekst, indendørs, gulv, gul&#10;&#10;AI-genereret indhold kan være ukorrekt.">
            <a:extLst>
              <a:ext uri="{FF2B5EF4-FFF2-40B4-BE49-F238E27FC236}">
                <a16:creationId xmlns:a16="http://schemas.microsoft.com/office/drawing/2014/main" id="{8E020377-391C-4910-257E-ECC6D2DDA4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855" y="201100"/>
            <a:ext cx="4055168" cy="3041376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98692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C6AF6-80CD-FACF-4B1B-BBB7F46F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C4DA7F7E-07EE-0372-2D62-DD885542D558}"/>
              </a:ext>
            </a:extLst>
          </p:cNvPr>
          <p:cNvSpPr/>
          <p:nvPr/>
        </p:nvSpPr>
        <p:spPr>
          <a:xfrm>
            <a:off x="29737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Projektets mål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2AC881C-13C4-4C31-0EDE-A394FB30D70B}"/>
              </a:ext>
            </a:extLst>
          </p:cNvPr>
          <p:cNvSpPr/>
          <p:nvPr/>
        </p:nvSpPr>
        <p:spPr>
          <a:xfrm>
            <a:off x="44924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046C027-A450-8C76-A909-6AA9DD6B69F0}"/>
              </a:ext>
            </a:extLst>
          </p:cNvPr>
          <p:cNvSpPr/>
          <p:nvPr/>
        </p:nvSpPr>
        <p:spPr>
          <a:xfrm>
            <a:off x="60111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200" dirty="0">
                <a:solidFill>
                  <a:schemeClr val="tx2">
                    <a:lumMod val="50000"/>
                  </a:schemeClr>
                </a:solidFill>
              </a:rPr>
              <a:t>Data indsamling</a:t>
            </a: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F87F3449-DC04-06D5-6CE6-7F803042C035}"/>
              </a:ext>
            </a:extLst>
          </p:cNvPr>
          <p:cNvSpPr/>
          <p:nvPr/>
        </p:nvSpPr>
        <p:spPr>
          <a:xfrm>
            <a:off x="7529887" y="6310685"/>
            <a:ext cx="1518700" cy="326004"/>
          </a:xfrm>
          <a:prstGeom prst="parallelogram">
            <a:avLst/>
          </a:prstGeom>
          <a:solidFill>
            <a:srgbClr val="002060"/>
          </a:solidFill>
          <a:ln>
            <a:solidFill>
              <a:schemeClr val="tx2">
                <a:lumMod val="75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Præsentation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BA96C2BA-FF58-E9C9-8895-0D8E7C594B34}"/>
              </a:ext>
            </a:extLst>
          </p:cNvPr>
          <p:cNvSpPr txBox="1"/>
          <p:nvPr/>
        </p:nvSpPr>
        <p:spPr>
          <a:xfrm>
            <a:off x="2295330" y="2211354"/>
            <a:ext cx="82958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1500" dirty="0" err="1">
                <a:gradFill flip="none" rotWithShape="1">
                  <a:gsLst>
                    <a:gs pos="0">
                      <a:schemeClr val="bg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3500000" scaled="1"/>
                  <a:tileRect/>
                </a:gradFill>
                <a:latin typeface="Consolas" panose="020B0609020204030204" pitchFamily="49" charset="0"/>
              </a:rPr>
              <a:t>That’s</a:t>
            </a:r>
            <a:r>
              <a:rPr lang="da-DK" sz="11500" dirty="0">
                <a:gradFill flip="none" rotWithShape="1">
                  <a:gsLst>
                    <a:gs pos="0">
                      <a:schemeClr val="bg2"/>
                    </a:gs>
                    <a:gs pos="100000">
                      <a:schemeClr val="tx2">
                        <a:lumMod val="75000"/>
                      </a:schemeClr>
                    </a:gs>
                  </a:gsLst>
                  <a:lin ang="13500000" scaled="1"/>
                  <a:tileRect/>
                </a:gradFill>
                <a:latin typeface="Consolas" panose="020B0609020204030204" pitchFamily="49" charset="0"/>
              </a:rPr>
              <a:t> it.</a:t>
            </a:r>
          </a:p>
        </p:txBody>
      </p:sp>
    </p:spTree>
    <p:extLst>
      <p:ext uri="{BB962C8B-B14F-4D97-AF65-F5344CB8AC3E}">
        <p14:creationId xmlns:p14="http://schemas.microsoft.com/office/powerpoint/2010/main" val="2864436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ECB9C8-4B5E-BFBF-C3A2-38D4B6C4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PIN </a:t>
            </a:r>
            <a:r>
              <a:rPr lang="da-DK" dirty="0" err="1"/>
              <a:t>Config</a:t>
            </a:r>
            <a:endParaRPr lang="da-DK" dirty="0"/>
          </a:p>
        </p:txBody>
      </p:sp>
      <p:pic>
        <p:nvPicPr>
          <p:cNvPr id="5" name="Pladsholder til indhold 4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6D393EC2-12CE-BC91-6943-14F8C747A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8440" y="2483319"/>
            <a:ext cx="8874438" cy="292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71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4C8755-59D0-C8C9-1EC5-02B5A494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LIGHT SENSOR</a:t>
            </a:r>
          </a:p>
        </p:txBody>
      </p:sp>
      <p:pic>
        <p:nvPicPr>
          <p:cNvPr id="5" name="Pladsholder til indhold 4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96D8C33F-221F-31D6-7419-19D2ED73D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5823" y="877801"/>
            <a:ext cx="5753903" cy="2800741"/>
          </a:xfrm>
          <a:prstGeom prst="rect">
            <a:avLst/>
          </a:prstGeom>
        </p:spPr>
      </p:pic>
      <p:pic>
        <p:nvPicPr>
          <p:cNvPr id="7" name="Billede 6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7B730D94-A41D-38AF-4E7F-A74CAB06E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823" y="3937825"/>
            <a:ext cx="6249272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58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AC537-D395-EC9F-BFB3-6D7F9133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SOUND SENSOR</a:t>
            </a:r>
          </a:p>
        </p:txBody>
      </p:sp>
      <p:pic>
        <p:nvPicPr>
          <p:cNvPr id="7" name="Pladsholder til indhold 6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C0C05652-82B4-36AC-505E-A2247754A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718" y="1580940"/>
            <a:ext cx="6030167" cy="1286054"/>
          </a:xfrm>
          <a:prstGeom prst="rect">
            <a:avLst/>
          </a:prstGeom>
        </p:spPr>
      </p:pic>
      <p:pic>
        <p:nvPicPr>
          <p:cNvPr id="5" name="Billede 4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23F711AE-49F8-DC84-FEBD-C8334CEC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455" y="3876952"/>
            <a:ext cx="6125430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05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D46FA-ED79-08F9-5AEA-EB02C6C5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HUMIDITY Sensor</a:t>
            </a:r>
          </a:p>
        </p:txBody>
      </p:sp>
      <p:pic>
        <p:nvPicPr>
          <p:cNvPr id="5" name="Pladsholder til indhold 4" descr="Et billede, der indeholder tekst, skærmbillede, Font/skrifttype, linje/række&#10;&#10;AI-genereret indhold kan være ukorrekt.">
            <a:extLst>
              <a:ext uri="{FF2B5EF4-FFF2-40B4-BE49-F238E27FC236}">
                <a16:creationId xmlns:a16="http://schemas.microsoft.com/office/drawing/2014/main" id="{FEC4FD88-8C76-DA88-87E7-C37490D41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6255" y="2612508"/>
            <a:ext cx="4267796" cy="590632"/>
          </a:xfrm>
          <a:prstGeom prst="rect">
            <a:avLst/>
          </a:prstGeom>
        </p:spPr>
      </p:pic>
      <p:pic>
        <p:nvPicPr>
          <p:cNvPr id="7" name="Billede 6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9CA61BB5-8084-C119-C874-99F748A17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728" y="3525049"/>
            <a:ext cx="7259063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4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F650C-EBBF-9C0F-C124-267E1FAA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CO2 Sensor</a:t>
            </a:r>
          </a:p>
        </p:txBody>
      </p:sp>
      <p:pic>
        <p:nvPicPr>
          <p:cNvPr id="5" name="Pladsholder til indhold 4" descr="Et billede, der indeholder tekst, skærmbillede&#10;&#10;AI-genereret indhold kan være ukorrekt.">
            <a:extLst>
              <a:ext uri="{FF2B5EF4-FFF2-40B4-BE49-F238E27FC236}">
                <a16:creationId xmlns:a16="http://schemas.microsoft.com/office/drawing/2014/main" id="{4583FF4D-EE77-9F6A-755E-76489C6C0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0438" y="1287780"/>
            <a:ext cx="5872177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471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9E8FD-7AED-32B6-D6E3-5243F509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DUST SENSOR</a:t>
            </a:r>
          </a:p>
        </p:txBody>
      </p:sp>
      <p:pic>
        <p:nvPicPr>
          <p:cNvPr id="5" name="Pladsholder til indhold 4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CE4E8844-A2F5-41E1-B057-E11074E53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8342" y="1706508"/>
            <a:ext cx="4486901" cy="781159"/>
          </a:xfrm>
          <a:prstGeom prst="rect">
            <a:avLst/>
          </a:prstGeom>
        </p:spPr>
      </p:pic>
      <p:pic>
        <p:nvPicPr>
          <p:cNvPr id="7" name="Billede 6" descr="Et billede, der indeholder tekst, skærmbillede, display/skærm/fremvisning, software&#10;&#10;AI-genereret indhold kan være ukorrekt.">
            <a:extLst>
              <a:ext uri="{FF2B5EF4-FFF2-40B4-BE49-F238E27FC236}">
                <a16:creationId xmlns:a16="http://schemas.microsoft.com/office/drawing/2014/main" id="{EE287F0D-4B34-5525-4045-800F6D416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114" y="2687714"/>
            <a:ext cx="7783011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46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edsløb">
  <a:themeElements>
    <a:clrScheme name="Kredsløb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Kredsløb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redsløb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26f972-443e-4c15-9c6e-4cfdb64ecaa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7F0FE4E4764D479D44F0F27CC91919" ma:contentTypeVersion="9" ma:contentTypeDescription="Opret et nyt dokument." ma:contentTypeScope="" ma:versionID="56546bfe20ff9e8d4ea5fd4ecb70b603">
  <xsd:schema xmlns:xsd="http://www.w3.org/2001/XMLSchema" xmlns:xs="http://www.w3.org/2001/XMLSchema" xmlns:p="http://schemas.microsoft.com/office/2006/metadata/properties" xmlns:ns3="3126f972-443e-4c15-9c6e-4cfdb64ecaaf" xmlns:ns4="19eff6f0-4781-4e7c-ba6d-a1367fd27541" targetNamespace="http://schemas.microsoft.com/office/2006/metadata/properties" ma:root="true" ma:fieldsID="0c6a4f53e8a6f1a3818e21f723378637" ns3:_="" ns4:_="">
    <xsd:import namespace="3126f972-443e-4c15-9c6e-4cfdb64ecaaf"/>
    <xsd:import namespace="19eff6f0-4781-4e7c-ba6d-a1367fd275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26f972-443e-4c15-9c6e-4cfdb64eca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ff6f0-4781-4e7c-ba6d-a1367fd2754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2A78E0-BD5A-4AEE-9732-AEA379BD32AC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3126f972-443e-4c15-9c6e-4cfdb64ecaaf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19eff6f0-4781-4e7c-ba6d-a1367fd2754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F750385-65FD-4C53-87EC-164E6BB276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FC9A2A-5649-45EB-8D6E-854B8FDBE2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26f972-443e-4c15-9c6e-4cfdb64ecaaf"/>
    <ds:schemaRef ds:uri="19eff6f0-4781-4e7c-ba6d-a1367fd275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1687</TotalTime>
  <Words>326</Words>
  <Application>Microsoft Office PowerPoint</Application>
  <PresentationFormat>Widescreen</PresentationFormat>
  <Paragraphs>120</Paragraphs>
  <Slides>24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24</vt:i4>
      </vt:variant>
    </vt:vector>
  </HeadingPairs>
  <TitlesOfParts>
    <vt:vector size="29" baseType="lpstr">
      <vt:lpstr>Aptos</vt:lpstr>
      <vt:lpstr>Arial</vt:lpstr>
      <vt:lpstr>Consolas</vt:lpstr>
      <vt:lpstr>Tw Cen MT</vt:lpstr>
      <vt:lpstr>Kredsløb</vt:lpstr>
      <vt:lpstr>Iot Klima Sensor</vt:lpstr>
      <vt:lpstr>Projektets mål</vt:lpstr>
      <vt:lpstr>At kunne fremstille et iot device</vt:lpstr>
      <vt:lpstr>Design af sensor hub</vt:lpstr>
      <vt:lpstr>Relevante, tilgængelige sensorer</vt:lpstr>
      <vt:lpstr>PowerPoint-præsentation</vt:lpstr>
      <vt:lpstr>PowerPoint-præsentation</vt:lpstr>
      <vt:lpstr>PowerPoint-præsentation</vt:lpstr>
      <vt:lpstr>PowerPoint-præsentation</vt:lpstr>
      <vt:lpstr>Data indsamling</vt:lpstr>
      <vt:lpstr>Hvad kunne lade sig gøre</vt:lpstr>
      <vt:lpstr>Remote mqtt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PIN Config</vt:lpstr>
      <vt:lpstr>LIGHT SENSOR</vt:lpstr>
      <vt:lpstr>SOUND SENSOR</vt:lpstr>
      <vt:lpstr>HUMIDITY Sensor</vt:lpstr>
      <vt:lpstr>CO2 Sensor</vt:lpstr>
      <vt:lpstr>DUST SENSOR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Sandgaard Rasmussen (MART87U9)</dc:creator>
  <cp:lastModifiedBy>Martin Sandgaard Rasmussen</cp:lastModifiedBy>
  <cp:revision>6</cp:revision>
  <dcterms:created xsi:type="dcterms:W3CDTF">2025-12-04T14:30:21Z</dcterms:created>
  <dcterms:modified xsi:type="dcterms:W3CDTF">2025-12-18T12:24:17Z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0x010100727F0FE4E4764D479D44F0F27CC91919</vt:lpwstr>
  </property>
</Properties>
</file>